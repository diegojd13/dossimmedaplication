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19"/>
  </p:notesMasterIdLst>
  <p:sldIdLst>
    <p:sldId id="260" r:id="rId2"/>
    <p:sldId id="262" r:id="rId3"/>
    <p:sldId id="263" r:id="rId4"/>
    <p:sldId id="264" r:id="rId5"/>
    <p:sldId id="274" r:id="rId6"/>
    <p:sldId id="267" r:id="rId7"/>
    <p:sldId id="269" r:id="rId8"/>
    <p:sldId id="275" r:id="rId9"/>
    <p:sldId id="276" r:id="rId10"/>
    <p:sldId id="277" r:id="rId11"/>
    <p:sldId id="270" r:id="rId12"/>
    <p:sldId id="272" r:id="rId13"/>
    <p:sldId id="278" r:id="rId14"/>
    <p:sldId id="279" r:id="rId15"/>
    <p:sldId id="280" r:id="rId16"/>
    <p:sldId id="281" r:id="rId17"/>
    <p:sldId id="273" r:id="rId18"/>
  </p:sldIdLst>
  <p:sldSz cx="9144000" cy="5143500" type="screen16x9"/>
  <p:notesSz cx="6858000" cy="9144000"/>
  <p:embeddedFontLst>
    <p:embeddedFont>
      <p:font typeface="Calibri" panose="020F050202020403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5" d="100"/>
          <a:sy n="145" d="100"/>
        </p:scale>
        <p:origin x="62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wrap="square" lIns="91425" tIns="91425" rIns="91425" bIns="91425" anchor="t"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wrap="square" lIns="91425" tIns="91425" rIns="91425" bIns="91425" anchor="t" anchorCtr="0"/>
          <a:lstStyle>
            <a:lvl1pPr marL="0" marR="0" lvl="0" indent="0" algn="r"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dirty="0"/>
          </a:p>
        </p:txBody>
      </p:sp>
      <p:sp>
        <p:nvSpPr>
          <p:cNvPr id="5" name="Shape 5"/>
          <p:cNvSpPr>
            <a:spLocks noGrp="1" noRot="1" noChangeAspect="1"/>
          </p:cNvSpPr>
          <p:nvPr>
            <p:ph type="sldImg" idx="3"/>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wrap="square" lIns="91425" tIns="91425" rIns="91425" bIns="91425" anchor="t" anchorCtr="0"/>
          <a:lstStyle>
            <a:lvl1pPr marL="0" marR="0" lvl="0" indent="0" algn="l" rtl="0">
              <a:spcBef>
                <a:spcPts val="0"/>
              </a:spcBef>
              <a:buChar char="●"/>
              <a:defRPr sz="1200" b="0" i="0" u="none" strike="noStrike" cap="none">
                <a:solidFill>
                  <a:schemeClr val="dk1"/>
                </a:solidFill>
                <a:latin typeface="Calibri"/>
                <a:ea typeface="Calibri"/>
                <a:cs typeface="Calibri"/>
                <a:sym typeface="Calibri"/>
              </a:defRPr>
            </a:lvl1pPr>
            <a:lvl2pPr marL="457200" marR="0" lvl="1" indent="0" algn="l" rtl="0">
              <a:spcBef>
                <a:spcPts val="0"/>
              </a:spcBef>
              <a:buChar char="○"/>
              <a:defRPr sz="1200" b="0" i="0" u="none" strike="noStrike" cap="none">
                <a:solidFill>
                  <a:schemeClr val="dk1"/>
                </a:solidFill>
                <a:latin typeface="Calibri"/>
                <a:ea typeface="Calibri"/>
                <a:cs typeface="Calibri"/>
                <a:sym typeface="Calibri"/>
              </a:defRPr>
            </a:lvl2pPr>
            <a:lvl3pPr marL="914400" marR="0" lvl="2" indent="0" algn="l" rtl="0">
              <a:spcBef>
                <a:spcPts val="0"/>
              </a:spcBef>
              <a:buChar char="■"/>
              <a:defRPr sz="1200" b="0" i="0" u="none" strike="noStrike" cap="none">
                <a:solidFill>
                  <a:schemeClr val="dk1"/>
                </a:solidFill>
                <a:latin typeface="Calibri"/>
                <a:ea typeface="Calibri"/>
                <a:cs typeface="Calibri"/>
                <a:sym typeface="Calibri"/>
              </a:defRPr>
            </a:lvl3pPr>
            <a:lvl4pPr marL="1371600" marR="0" lvl="3" indent="0" algn="l" rtl="0">
              <a:spcBef>
                <a:spcPts val="0"/>
              </a:spcBef>
              <a:buChar char="●"/>
              <a:defRPr sz="1200" b="0" i="0" u="none" strike="noStrike" cap="none">
                <a:solidFill>
                  <a:schemeClr val="dk1"/>
                </a:solidFill>
                <a:latin typeface="Calibri"/>
                <a:ea typeface="Calibri"/>
                <a:cs typeface="Calibri"/>
                <a:sym typeface="Calibri"/>
              </a:defRPr>
            </a:lvl4pPr>
            <a:lvl5pPr marL="1828800" marR="0" lvl="4" indent="0" algn="l" rtl="0">
              <a:spcBef>
                <a:spcPts val="0"/>
              </a:spcBef>
              <a:buChar char="○"/>
              <a:defRPr sz="1200" b="0" i="0" u="none" strike="noStrike" cap="none">
                <a:solidFill>
                  <a:schemeClr val="dk1"/>
                </a:solidFill>
                <a:latin typeface="Calibri"/>
                <a:ea typeface="Calibri"/>
                <a:cs typeface="Calibri"/>
                <a:sym typeface="Calibri"/>
              </a:defRPr>
            </a:lvl5pPr>
            <a:lvl6pPr marL="2286000" marR="0" lvl="5" indent="0" algn="l" rtl="0">
              <a:spcBef>
                <a:spcPts val="0"/>
              </a:spcBef>
              <a:buChar char="■"/>
              <a:defRPr sz="1200" b="0" i="0" u="none" strike="noStrike" cap="none">
                <a:solidFill>
                  <a:schemeClr val="dk1"/>
                </a:solidFill>
                <a:latin typeface="Calibri"/>
                <a:ea typeface="Calibri"/>
                <a:cs typeface="Calibri"/>
                <a:sym typeface="Calibri"/>
              </a:defRPr>
            </a:lvl6pPr>
            <a:lvl7pPr marL="2743200" marR="0" lvl="6" indent="0" algn="l" rtl="0">
              <a:spcBef>
                <a:spcPts val="0"/>
              </a:spcBef>
              <a:buChar char="●"/>
              <a:defRPr sz="1200" b="0" i="0" u="none" strike="noStrike" cap="none">
                <a:solidFill>
                  <a:schemeClr val="dk1"/>
                </a:solidFill>
                <a:latin typeface="Calibri"/>
                <a:ea typeface="Calibri"/>
                <a:cs typeface="Calibri"/>
                <a:sym typeface="Calibri"/>
              </a:defRPr>
            </a:lvl7pPr>
            <a:lvl8pPr marL="3200400" marR="0" lvl="7" indent="0" algn="l" rtl="0">
              <a:spcBef>
                <a:spcPts val="0"/>
              </a:spcBef>
              <a:buChar char="○"/>
              <a:defRPr sz="1200" b="0" i="0" u="none" strike="noStrike" cap="none">
                <a:solidFill>
                  <a:schemeClr val="dk1"/>
                </a:solidFill>
                <a:latin typeface="Calibri"/>
                <a:ea typeface="Calibri"/>
                <a:cs typeface="Calibri"/>
                <a:sym typeface="Calibri"/>
              </a:defRPr>
            </a:lvl8pPr>
            <a:lvl9pPr marL="3657600" marR="0" lvl="8" indent="0" algn="l" rtl="0">
              <a:spcBef>
                <a:spcPts val="0"/>
              </a:spcBef>
              <a:buChar char="■"/>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wrap="square" lIns="91425" tIns="91425" rIns="91425" bIns="91425" anchor="b"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wrap="square" lIns="91425" tIns="45700" rIns="91425" bIns="45700" anchor="b" anchorCtr="0">
            <a:noAutofit/>
          </a:bodyPr>
          <a:lstStyle/>
          <a:p>
            <a:pPr marL="0" marR="0" lvl="0" indent="0" algn="r" rtl="0">
              <a:spcBef>
                <a:spcPts val="0"/>
              </a:spcBef>
              <a:buSzPct val="25000"/>
              <a:buNone/>
            </a:pPr>
            <a:fld id="{00000000-1234-1234-1234-123412341234}" type="slidenum">
              <a:rPr lang="es-ES" sz="1200" b="0" i="0" u="none" strike="noStrike" cap="none">
                <a:solidFill>
                  <a:schemeClr val="dk1"/>
                </a:solidFill>
                <a:latin typeface="Calibri"/>
                <a:ea typeface="Calibri"/>
                <a:cs typeface="Calibri"/>
                <a:sym typeface="Calibri"/>
              </a:rPr>
              <a:t>‹Nº›</a:t>
            </a:fld>
            <a:endParaRPr lang="es-E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83974586"/>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txBox="1">
            <a:spLocks noGrp="1"/>
          </p:cNvSpPr>
          <p:nvPr>
            <p:ph type="body" idx="1"/>
          </p:nvPr>
        </p:nvSpPr>
        <p:spPr>
          <a:xfrm>
            <a:off x="685800" y="4343400"/>
            <a:ext cx="5486399" cy="4114800"/>
          </a:xfrm>
          <a:prstGeom prst="rect">
            <a:avLst/>
          </a:prstGeom>
        </p:spPr>
        <p:txBody>
          <a:bodyPr wrap="square" lIns="91425" tIns="91425" rIns="91425" bIns="91425" anchor="t" anchorCtr="0">
            <a:noAutofit/>
          </a:bodyPr>
          <a:lstStyle/>
          <a:p>
            <a:pPr lvl="0">
              <a:spcBef>
                <a:spcPts val="0"/>
              </a:spcBef>
              <a:buNone/>
            </a:pPr>
            <a:endParaRPr dirty="0"/>
          </a:p>
        </p:txBody>
      </p:sp>
      <p:sp>
        <p:nvSpPr>
          <p:cNvPr id="98" name="Shape 9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8913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Shape 1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0" name="Shape 110"/>
          <p:cNvSpPr txBox="1">
            <a:spLocks noGrp="1"/>
          </p:cNvSpPr>
          <p:nvPr>
            <p:ph type="body" idx="1"/>
          </p:nvPr>
        </p:nvSpPr>
        <p:spPr>
          <a:xfrm>
            <a:off x="685800" y="4343400"/>
            <a:ext cx="5486399" cy="4114800"/>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1" name="Shape 111"/>
          <p:cNvSpPr txBox="1">
            <a:spLocks noGrp="1"/>
          </p:cNvSpPr>
          <p:nvPr>
            <p:ph type="sldNum" idx="12"/>
          </p:nvPr>
        </p:nvSpPr>
        <p:spPr>
          <a:xfrm>
            <a:off x="3884612" y="8685213"/>
            <a:ext cx="2971799" cy="457200"/>
          </a:xfrm>
          <a:prstGeom prst="rect">
            <a:avLst/>
          </a:prstGeom>
          <a:noFill/>
          <a:ln>
            <a:noFill/>
          </a:ln>
        </p:spPr>
        <p:txBody>
          <a:bodyPr wrap="square" lIns="91425" tIns="45700" rIns="91425" bIns="45700" anchor="b" anchorCtr="0">
            <a:noAutofit/>
          </a:bodyPr>
          <a:lstStyle/>
          <a:p>
            <a:pPr marL="0" marR="0" lvl="0" indent="0" algn="r" rtl="0">
              <a:spcBef>
                <a:spcPts val="0"/>
              </a:spcBef>
              <a:buSzPct val="25000"/>
              <a:buNone/>
            </a:pPr>
            <a:fld id="{00000000-1234-1234-1234-123412341234}" type="slidenum">
              <a:rPr lang="es-ES" sz="1200">
                <a:solidFill>
                  <a:schemeClr val="dk1"/>
                </a:solidFill>
                <a:latin typeface="Calibri"/>
                <a:ea typeface="Calibri"/>
                <a:cs typeface="Calibri"/>
                <a:sym typeface="Calibri"/>
              </a:rPr>
              <a:t>2</a:t>
            </a:fld>
            <a:endParaRPr lang="es-ES" sz="12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56866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Shape 121"/>
          <p:cNvSpPr txBox="1">
            <a:spLocks noGrp="1"/>
          </p:cNvSpPr>
          <p:nvPr>
            <p:ph type="body" idx="1"/>
          </p:nvPr>
        </p:nvSpPr>
        <p:spPr>
          <a:xfrm>
            <a:off x="685800" y="4343400"/>
            <a:ext cx="5486399" cy="4114800"/>
          </a:xfrm>
          <a:prstGeom prst="rect">
            <a:avLst/>
          </a:prstGeom>
        </p:spPr>
        <p:txBody>
          <a:bodyPr wrap="square" lIns="91425" tIns="91425" rIns="91425" bIns="91425" anchor="t" anchorCtr="0">
            <a:noAutofit/>
          </a:bodyPr>
          <a:lstStyle/>
          <a:p>
            <a:pPr lvl="0">
              <a:spcBef>
                <a:spcPts val="0"/>
              </a:spcBef>
              <a:buNone/>
            </a:pPr>
            <a:endParaRPr dirty="0"/>
          </a:p>
        </p:txBody>
      </p:sp>
      <p:sp>
        <p:nvSpPr>
          <p:cNvPr id="122" name="Shape 12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7800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Shape 127"/>
          <p:cNvSpPr txBox="1">
            <a:spLocks noGrp="1"/>
          </p:cNvSpPr>
          <p:nvPr>
            <p:ph type="body" idx="1"/>
          </p:nvPr>
        </p:nvSpPr>
        <p:spPr>
          <a:xfrm>
            <a:off x="685800" y="4343400"/>
            <a:ext cx="5486399" cy="4114800"/>
          </a:xfrm>
          <a:prstGeom prst="rect">
            <a:avLst/>
          </a:prstGeom>
        </p:spPr>
        <p:txBody>
          <a:bodyPr wrap="square" lIns="91425" tIns="91425" rIns="91425" bIns="91425" anchor="t" anchorCtr="0">
            <a:noAutofit/>
          </a:bodyPr>
          <a:lstStyle/>
          <a:p>
            <a:pPr lvl="0">
              <a:spcBef>
                <a:spcPts val="0"/>
              </a:spcBef>
              <a:buNone/>
            </a:pPr>
            <a:endParaRPr dirty="0"/>
          </a:p>
        </p:txBody>
      </p:sp>
      <p:sp>
        <p:nvSpPr>
          <p:cNvPr id="128" name="Shape 12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7450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Shape 127"/>
          <p:cNvSpPr txBox="1">
            <a:spLocks noGrp="1"/>
          </p:cNvSpPr>
          <p:nvPr>
            <p:ph type="body" idx="1"/>
          </p:nvPr>
        </p:nvSpPr>
        <p:spPr>
          <a:xfrm>
            <a:off x="685800" y="4343400"/>
            <a:ext cx="5486399" cy="4114800"/>
          </a:xfrm>
          <a:prstGeom prst="rect">
            <a:avLst/>
          </a:prstGeom>
        </p:spPr>
        <p:txBody>
          <a:bodyPr wrap="square" lIns="91425" tIns="91425" rIns="91425" bIns="91425" anchor="t" anchorCtr="0">
            <a:noAutofit/>
          </a:bodyPr>
          <a:lstStyle/>
          <a:p>
            <a:pPr lvl="0">
              <a:spcBef>
                <a:spcPts val="0"/>
              </a:spcBef>
              <a:buNone/>
            </a:pPr>
            <a:endParaRPr dirty="0"/>
          </a:p>
        </p:txBody>
      </p:sp>
      <p:sp>
        <p:nvSpPr>
          <p:cNvPr id="128" name="Shape 12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26009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Shape 197"/>
          <p:cNvSpPr txBox="1">
            <a:spLocks noGrp="1"/>
          </p:cNvSpPr>
          <p:nvPr>
            <p:ph type="body" idx="1"/>
          </p:nvPr>
        </p:nvSpPr>
        <p:spPr>
          <a:xfrm>
            <a:off x="685800" y="4343400"/>
            <a:ext cx="5486399" cy="4114800"/>
          </a:xfrm>
          <a:prstGeom prst="rect">
            <a:avLst/>
          </a:prstGeom>
        </p:spPr>
        <p:txBody>
          <a:bodyPr wrap="square" lIns="91425" tIns="91425" rIns="91425" bIns="91425" anchor="t" anchorCtr="0">
            <a:noAutofit/>
          </a:bodyPr>
          <a:lstStyle/>
          <a:p>
            <a:pPr lvl="0">
              <a:spcBef>
                <a:spcPts val="0"/>
              </a:spcBef>
              <a:buNone/>
            </a:pPr>
            <a:endParaRPr dirty="0"/>
          </a:p>
        </p:txBody>
      </p:sp>
      <p:sp>
        <p:nvSpPr>
          <p:cNvPr id="198" name="Shape 19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2868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Shape 210"/>
          <p:cNvSpPr txBox="1">
            <a:spLocks noGrp="1"/>
          </p:cNvSpPr>
          <p:nvPr>
            <p:ph type="body" idx="1"/>
          </p:nvPr>
        </p:nvSpPr>
        <p:spPr>
          <a:xfrm>
            <a:off x="685800" y="4343400"/>
            <a:ext cx="5486399" cy="4114800"/>
          </a:xfrm>
          <a:prstGeom prst="rect">
            <a:avLst/>
          </a:prstGeom>
        </p:spPr>
        <p:txBody>
          <a:bodyPr wrap="square" lIns="91425" tIns="91425" rIns="91425" bIns="91425" anchor="t" anchorCtr="0">
            <a:noAutofit/>
          </a:bodyPr>
          <a:lstStyle/>
          <a:p>
            <a:pPr lvl="0">
              <a:spcBef>
                <a:spcPts val="0"/>
              </a:spcBef>
              <a:buNone/>
            </a:pPr>
            <a:endParaRPr dirty="0"/>
          </a:p>
        </p:txBody>
      </p:sp>
      <p:sp>
        <p:nvSpPr>
          <p:cNvPr id="211" name="Shape 21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06481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Shape 210"/>
          <p:cNvSpPr txBox="1">
            <a:spLocks noGrp="1"/>
          </p:cNvSpPr>
          <p:nvPr>
            <p:ph type="body" idx="1"/>
          </p:nvPr>
        </p:nvSpPr>
        <p:spPr>
          <a:xfrm>
            <a:off x="685800" y="4343400"/>
            <a:ext cx="5486399" cy="4114800"/>
          </a:xfrm>
          <a:prstGeom prst="rect">
            <a:avLst/>
          </a:prstGeom>
        </p:spPr>
        <p:txBody>
          <a:bodyPr wrap="square" lIns="91425" tIns="91425" rIns="91425" bIns="91425" anchor="t" anchorCtr="0">
            <a:noAutofit/>
          </a:bodyPr>
          <a:lstStyle/>
          <a:p>
            <a:pPr lvl="0">
              <a:spcBef>
                <a:spcPts val="0"/>
              </a:spcBef>
              <a:buNone/>
            </a:pPr>
            <a:endParaRPr dirty="0"/>
          </a:p>
        </p:txBody>
      </p:sp>
      <p:sp>
        <p:nvSpPr>
          <p:cNvPr id="211" name="Shape 21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4852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Shape 210"/>
          <p:cNvSpPr txBox="1">
            <a:spLocks noGrp="1"/>
          </p:cNvSpPr>
          <p:nvPr>
            <p:ph type="body" idx="1"/>
          </p:nvPr>
        </p:nvSpPr>
        <p:spPr>
          <a:xfrm>
            <a:off x="685800" y="4343400"/>
            <a:ext cx="5486399" cy="4114800"/>
          </a:xfrm>
          <a:prstGeom prst="rect">
            <a:avLst/>
          </a:prstGeom>
        </p:spPr>
        <p:txBody>
          <a:bodyPr wrap="square" lIns="91425" tIns="91425" rIns="91425" bIns="91425" anchor="t" anchorCtr="0">
            <a:noAutofit/>
          </a:bodyPr>
          <a:lstStyle/>
          <a:p>
            <a:pPr lvl="0">
              <a:spcBef>
                <a:spcPts val="0"/>
              </a:spcBef>
              <a:buNone/>
            </a:pPr>
            <a:endParaRPr dirty="0"/>
          </a:p>
        </p:txBody>
      </p:sp>
      <p:sp>
        <p:nvSpPr>
          <p:cNvPr id="211" name="Shape 21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3753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Shape 210"/>
          <p:cNvSpPr txBox="1">
            <a:spLocks noGrp="1"/>
          </p:cNvSpPr>
          <p:nvPr>
            <p:ph type="body" idx="1"/>
          </p:nvPr>
        </p:nvSpPr>
        <p:spPr>
          <a:xfrm>
            <a:off x="685800" y="4343400"/>
            <a:ext cx="5486399" cy="4114800"/>
          </a:xfrm>
          <a:prstGeom prst="rect">
            <a:avLst/>
          </a:prstGeom>
        </p:spPr>
        <p:txBody>
          <a:bodyPr wrap="square" lIns="91425" tIns="91425" rIns="91425" bIns="91425" anchor="t" anchorCtr="0">
            <a:noAutofit/>
          </a:bodyPr>
          <a:lstStyle/>
          <a:p>
            <a:pPr lvl="0">
              <a:spcBef>
                <a:spcPts val="0"/>
              </a:spcBef>
              <a:buNone/>
            </a:pPr>
            <a:endParaRPr dirty="0"/>
          </a:p>
        </p:txBody>
      </p:sp>
      <p:sp>
        <p:nvSpPr>
          <p:cNvPr id="211" name="Shape 21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13396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Shape 222"/>
          <p:cNvSpPr txBox="1">
            <a:spLocks noGrp="1"/>
          </p:cNvSpPr>
          <p:nvPr>
            <p:ph type="body" idx="1"/>
          </p:nvPr>
        </p:nvSpPr>
        <p:spPr>
          <a:xfrm>
            <a:off x="685800" y="4343400"/>
            <a:ext cx="5486399" cy="4114800"/>
          </a:xfrm>
          <a:prstGeom prst="rect">
            <a:avLst/>
          </a:prstGeom>
        </p:spPr>
        <p:txBody>
          <a:bodyPr wrap="square" lIns="91425" tIns="91425" rIns="91425" bIns="91425" anchor="t" anchorCtr="0">
            <a:noAutofit/>
          </a:bodyPr>
          <a:lstStyle/>
          <a:p>
            <a:pPr lvl="0">
              <a:spcBef>
                <a:spcPts val="0"/>
              </a:spcBef>
              <a:buNone/>
            </a:pPr>
            <a:endParaRPr dirty="0"/>
          </a:p>
        </p:txBody>
      </p:sp>
      <p:sp>
        <p:nvSpPr>
          <p:cNvPr id="223" name="Shape 22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03343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Shape 235"/>
          <p:cNvSpPr txBox="1">
            <a:spLocks noGrp="1"/>
          </p:cNvSpPr>
          <p:nvPr>
            <p:ph type="body" idx="1"/>
          </p:nvPr>
        </p:nvSpPr>
        <p:spPr>
          <a:xfrm>
            <a:off x="685800" y="4343400"/>
            <a:ext cx="5486399" cy="4114800"/>
          </a:xfrm>
          <a:prstGeom prst="rect">
            <a:avLst/>
          </a:prstGeom>
        </p:spPr>
        <p:txBody>
          <a:bodyPr wrap="square" lIns="91425" tIns="91425" rIns="91425" bIns="91425" anchor="t" anchorCtr="0">
            <a:noAutofit/>
          </a:bodyPr>
          <a:lstStyle/>
          <a:p>
            <a:pPr lvl="0">
              <a:spcBef>
                <a:spcPts val="0"/>
              </a:spcBef>
              <a:buNone/>
            </a:pPr>
            <a:endParaRPr dirty="0"/>
          </a:p>
        </p:txBody>
      </p:sp>
      <p:sp>
        <p:nvSpPr>
          <p:cNvPr id="236" name="Shape 2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94267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Shape 222"/>
          <p:cNvSpPr txBox="1">
            <a:spLocks noGrp="1"/>
          </p:cNvSpPr>
          <p:nvPr>
            <p:ph type="body" idx="1"/>
          </p:nvPr>
        </p:nvSpPr>
        <p:spPr>
          <a:xfrm>
            <a:off x="685800" y="4343400"/>
            <a:ext cx="5486399" cy="4114800"/>
          </a:xfrm>
          <a:prstGeom prst="rect">
            <a:avLst/>
          </a:prstGeom>
        </p:spPr>
        <p:txBody>
          <a:bodyPr wrap="square" lIns="91425" tIns="91425" rIns="91425" bIns="91425" anchor="t" anchorCtr="0">
            <a:noAutofit/>
          </a:bodyPr>
          <a:lstStyle/>
          <a:p>
            <a:pPr lvl="0">
              <a:spcBef>
                <a:spcPts val="0"/>
              </a:spcBef>
              <a:buNone/>
            </a:pPr>
            <a:endParaRPr dirty="0"/>
          </a:p>
        </p:txBody>
      </p:sp>
      <p:sp>
        <p:nvSpPr>
          <p:cNvPr id="223" name="Shape 22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83365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Shape 235"/>
          <p:cNvSpPr txBox="1">
            <a:spLocks noGrp="1"/>
          </p:cNvSpPr>
          <p:nvPr>
            <p:ph type="body" idx="1"/>
          </p:nvPr>
        </p:nvSpPr>
        <p:spPr>
          <a:xfrm>
            <a:off x="685800" y="4343400"/>
            <a:ext cx="5486399" cy="4114800"/>
          </a:xfrm>
          <a:prstGeom prst="rect">
            <a:avLst/>
          </a:prstGeom>
        </p:spPr>
        <p:txBody>
          <a:bodyPr wrap="square" lIns="91425" tIns="91425" rIns="91425" bIns="91425" anchor="t" anchorCtr="0">
            <a:noAutofit/>
          </a:bodyPr>
          <a:lstStyle/>
          <a:p>
            <a:pPr lvl="0">
              <a:spcBef>
                <a:spcPts val="0"/>
              </a:spcBef>
              <a:buNone/>
            </a:pPr>
            <a:endParaRPr dirty="0"/>
          </a:p>
        </p:txBody>
      </p:sp>
      <p:sp>
        <p:nvSpPr>
          <p:cNvPr id="236" name="Shape 2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55766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Shape 235"/>
          <p:cNvSpPr txBox="1">
            <a:spLocks noGrp="1"/>
          </p:cNvSpPr>
          <p:nvPr>
            <p:ph type="body" idx="1"/>
          </p:nvPr>
        </p:nvSpPr>
        <p:spPr>
          <a:xfrm>
            <a:off x="685800" y="4343400"/>
            <a:ext cx="5486399" cy="4114800"/>
          </a:xfrm>
          <a:prstGeom prst="rect">
            <a:avLst/>
          </a:prstGeom>
        </p:spPr>
        <p:txBody>
          <a:bodyPr wrap="square" lIns="91425" tIns="91425" rIns="91425" bIns="91425" anchor="t" anchorCtr="0">
            <a:noAutofit/>
          </a:bodyPr>
          <a:lstStyle/>
          <a:p>
            <a:pPr lvl="0">
              <a:spcBef>
                <a:spcPts val="0"/>
              </a:spcBef>
              <a:buNone/>
            </a:pPr>
            <a:endParaRPr dirty="0"/>
          </a:p>
        </p:txBody>
      </p:sp>
      <p:sp>
        <p:nvSpPr>
          <p:cNvPr id="236" name="Shape 2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32922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Shape 235"/>
          <p:cNvSpPr txBox="1">
            <a:spLocks noGrp="1"/>
          </p:cNvSpPr>
          <p:nvPr>
            <p:ph type="body" idx="1"/>
          </p:nvPr>
        </p:nvSpPr>
        <p:spPr>
          <a:xfrm>
            <a:off x="685800" y="4343400"/>
            <a:ext cx="5486399" cy="4114800"/>
          </a:xfrm>
          <a:prstGeom prst="rect">
            <a:avLst/>
          </a:prstGeom>
        </p:spPr>
        <p:txBody>
          <a:bodyPr wrap="square" lIns="91425" tIns="91425" rIns="91425" bIns="91425" anchor="t" anchorCtr="0">
            <a:noAutofit/>
          </a:bodyPr>
          <a:lstStyle/>
          <a:p>
            <a:pPr lvl="0">
              <a:spcBef>
                <a:spcPts val="0"/>
              </a:spcBef>
              <a:buNone/>
            </a:pPr>
            <a:endParaRPr dirty="0"/>
          </a:p>
        </p:txBody>
      </p:sp>
      <p:sp>
        <p:nvSpPr>
          <p:cNvPr id="236" name="Shape 2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78289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Shape 247"/>
          <p:cNvSpPr txBox="1">
            <a:spLocks noGrp="1"/>
          </p:cNvSpPr>
          <p:nvPr>
            <p:ph type="body" idx="1"/>
          </p:nvPr>
        </p:nvSpPr>
        <p:spPr>
          <a:xfrm>
            <a:off x="685800" y="4343400"/>
            <a:ext cx="5486399" cy="4114800"/>
          </a:xfrm>
          <a:prstGeom prst="rect">
            <a:avLst/>
          </a:prstGeom>
        </p:spPr>
        <p:txBody>
          <a:bodyPr wrap="square" lIns="91425" tIns="91425" rIns="91425" bIns="91425" anchor="t" anchorCtr="0">
            <a:noAutofit/>
          </a:bodyPr>
          <a:lstStyle/>
          <a:p>
            <a:pPr lvl="0">
              <a:spcBef>
                <a:spcPts val="0"/>
              </a:spcBef>
              <a:buNone/>
            </a:pPr>
            <a:endParaRPr dirty="0"/>
          </a:p>
        </p:txBody>
      </p:sp>
      <p:sp>
        <p:nvSpPr>
          <p:cNvPr id="248" name="Shape 2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98238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PORTADA ESTILO 1">
    <p:spTree>
      <p:nvGrpSpPr>
        <p:cNvPr id="1" name="Shape 13"/>
        <p:cNvGrpSpPr/>
        <p:nvPr/>
      </p:nvGrpSpPr>
      <p:grpSpPr>
        <a:xfrm>
          <a:off x="0" y="0"/>
          <a:ext cx="0" cy="0"/>
          <a:chOff x="0" y="0"/>
          <a:chExt cx="0" cy="0"/>
        </a:xfrm>
      </p:grpSpPr>
      <p:pic>
        <p:nvPicPr>
          <p:cNvPr id="14" name="Shape 14" descr="Sin título.png"/>
          <p:cNvPicPr preferRelativeResize="0"/>
          <p:nvPr/>
        </p:nvPicPr>
        <p:blipFill rotWithShape="1">
          <a:blip r:embed="rId2">
            <a:alphaModFix/>
          </a:blip>
          <a:srcRect/>
          <a:stretch/>
        </p:blipFill>
        <p:spPr>
          <a:xfrm>
            <a:off x="-76973" y="0"/>
            <a:ext cx="9269582" cy="51563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ESQUEMA GENERAL">
    <p:spTree>
      <p:nvGrpSpPr>
        <p:cNvPr id="1" name="Shape 17"/>
        <p:cNvGrpSpPr/>
        <p:nvPr/>
      </p:nvGrpSpPr>
      <p:grpSpPr>
        <a:xfrm>
          <a:off x="0" y="0"/>
          <a:ext cx="0" cy="0"/>
          <a:chOff x="0" y="0"/>
          <a:chExt cx="0" cy="0"/>
        </a:xfrm>
      </p:grpSpPr>
      <p:pic>
        <p:nvPicPr>
          <p:cNvPr id="18" name="Shape 18" descr="Sin título3.png"/>
          <p:cNvPicPr preferRelativeResize="0"/>
          <p:nvPr/>
        </p:nvPicPr>
        <p:blipFill rotWithShape="1">
          <a:blip r:embed="rId2">
            <a:alphaModFix/>
          </a:blip>
          <a:srcRect/>
          <a:stretch/>
        </p:blipFill>
        <p:spPr>
          <a:xfrm>
            <a:off x="0" y="0"/>
            <a:ext cx="9166949" cy="514349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CAPÍTULO ESTILO 1">
    <p:spTree>
      <p:nvGrpSpPr>
        <p:cNvPr id="1" name="Shape 19"/>
        <p:cNvGrpSpPr/>
        <p:nvPr/>
      </p:nvGrpSpPr>
      <p:grpSpPr>
        <a:xfrm>
          <a:off x="0" y="0"/>
          <a:ext cx="0" cy="0"/>
          <a:chOff x="0" y="0"/>
          <a:chExt cx="0" cy="0"/>
        </a:xfrm>
      </p:grpSpPr>
      <p:pic>
        <p:nvPicPr>
          <p:cNvPr id="20" name="Shape 20" descr="Sin título4.png"/>
          <p:cNvPicPr preferRelativeResize="0"/>
          <p:nvPr/>
        </p:nvPicPr>
        <p:blipFill rotWithShape="1">
          <a:blip r:embed="rId2">
            <a:alphaModFix/>
          </a:blip>
          <a:srcRect/>
          <a:stretch/>
        </p:blipFill>
        <p:spPr>
          <a:xfrm>
            <a:off x="-76975" y="0"/>
            <a:ext cx="9256753" cy="514349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ECCIÓN1">
    <p:spTree>
      <p:nvGrpSpPr>
        <p:cNvPr id="1" name="Shape 21"/>
        <p:cNvGrpSpPr/>
        <p:nvPr/>
      </p:nvGrpSpPr>
      <p:grpSpPr>
        <a:xfrm>
          <a:off x="0" y="0"/>
          <a:ext cx="0" cy="0"/>
          <a:chOff x="0" y="0"/>
          <a:chExt cx="0" cy="0"/>
        </a:xfrm>
      </p:grpSpPr>
      <p:pic>
        <p:nvPicPr>
          <p:cNvPr id="22" name="Shape 22" descr="Sin título5.png"/>
          <p:cNvPicPr preferRelativeResize="0"/>
          <p:nvPr/>
        </p:nvPicPr>
        <p:blipFill rotWithShape="1">
          <a:blip r:embed="rId2">
            <a:alphaModFix/>
          </a:blip>
          <a:srcRect/>
          <a:stretch/>
        </p:blipFill>
        <p:spPr>
          <a:xfrm>
            <a:off x="0" y="0"/>
            <a:ext cx="9169657" cy="514349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APÍTULO ESTILO 2">
    <p:spTree>
      <p:nvGrpSpPr>
        <p:cNvPr id="1" name="Shape 25"/>
        <p:cNvGrpSpPr/>
        <p:nvPr/>
      </p:nvGrpSpPr>
      <p:grpSpPr>
        <a:xfrm>
          <a:off x="0" y="0"/>
          <a:ext cx="0" cy="0"/>
          <a:chOff x="0" y="0"/>
          <a:chExt cx="0" cy="0"/>
        </a:xfrm>
      </p:grpSpPr>
      <p:pic>
        <p:nvPicPr>
          <p:cNvPr id="26" name="Shape 26" descr="Sin título7.png"/>
          <p:cNvPicPr preferRelativeResize="0"/>
          <p:nvPr/>
        </p:nvPicPr>
        <p:blipFill rotWithShape="1">
          <a:blip r:embed="rId2">
            <a:alphaModFix/>
          </a:blip>
          <a:srcRect/>
          <a:stretch/>
        </p:blipFill>
        <p:spPr>
          <a:xfrm>
            <a:off x="0" y="0"/>
            <a:ext cx="9179778" cy="5143499"/>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SECCIÓN2">
    <p:spTree>
      <p:nvGrpSpPr>
        <p:cNvPr id="1" name="Shape 27"/>
        <p:cNvGrpSpPr/>
        <p:nvPr/>
      </p:nvGrpSpPr>
      <p:grpSpPr>
        <a:xfrm>
          <a:off x="0" y="0"/>
          <a:ext cx="0" cy="0"/>
          <a:chOff x="0" y="0"/>
          <a:chExt cx="0" cy="0"/>
        </a:xfrm>
      </p:grpSpPr>
      <p:pic>
        <p:nvPicPr>
          <p:cNvPr id="28" name="Shape 28" descr="Sin título8.png"/>
          <p:cNvPicPr preferRelativeResize="0"/>
          <p:nvPr/>
        </p:nvPicPr>
        <p:blipFill rotWithShape="1">
          <a:blip r:embed="rId2">
            <a:alphaModFix/>
          </a:blip>
          <a:srcRect/>
          <a:stretch/>
        </p:blipFill>
        <p:spPr>
          <a:xfrm>
            <a:off x="-89803" y="0"/>
            <a:ext cx="9256753" cy="5143499"/>
          </a:xfrm>
          <a:prstGeom prst="rect">
            <a:avLst/>
          </a:prstGeom>
          <a:noFill/>
          <a:ln>
            <a:noFill/>
          </a:ln>
        </p:spPr>
      </p:pic>
      <p:sp>
        <p:nvSpPr>
          <p:cNvPr id="29" name="Shape 29"/>
          <p:cNvSpPr txBox="1"/>
          <p:nvPr/>
        </p:nvSpPr>
        <p:spPr>
          <a:xfrm>
            <a:off x="-3091833" y="-936348"/>
            <a:ext cx="914400" cy="914400"/>
          </a:xfrm>
          <a:prstGeom prst="rect">
            <a:avLst/>
          </a:prstGeom>
          <a:noFill/>
          <a:ln>
            <a:noFill/>
          </a:ln>
        </p:spPr>
        <p:txBody>
          <a:bodyPr wrap="square" lIns="91425" tIns="45700" rIns="91425" bIns="45700" anchor="ctr" anchorCtr="0">
            <a:noAutofit/>
          </a:bodyPr>
          <a:lstStyle/>
          <a:p>
            <a:pPr marL="0" marR="0" lvl="0" indent="0" algn="l" rtl="0">
              <a:spcBef>
                <a:spcPts val="0"/>
              </a:spcBef>
              <a:buNone/>
            </a:pPr>
            <a:endParaRPr sz="8000" b="1" dirty="0">
              <a:solidFill>
                <a:srgbClr val="92D050"/>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APÍTULO ESTILO 3">
    <p:spTree>
      <p:nvGrpSpPr>
        <p:cNvPr id="1" name="Shape 30"/>
        <p:cNvGrpSpPr/>
        <p:nvPr/>
      </p:nvGrpSpPr>
      <p:grpSpPr>
        <a:xfrm>
          <a:off x="0" y="0"/>
          <a:ext cx="0" cy="0"/>
          <a:chOff x="0" y="0"/>
          <a:chExt cx="0" cy="0"/>
        </a:xfrm>
      </p:grpSpPr>
      <p:pic>
        <p:nvPicPr>
          <p:cNvPr id="31" name="Shape 31" descr="Sin título9.png"/>
          <p:cNvPicPr preferRelativeResize="0"/>
          <p:nvPr/>
        </p:nvPicPr>
        <p:blipFill rotWithShape="1">
          <a:blip r:embed="rId2">
            <a:alphaModFix/>
          </a:blip>
          <a:srcRect/>
          <a:stretch/>
        </p:blipFill>
        <p:spPr>
          <a:xfrm>
            <a:off x="-89803" y="0"/>
            <a:ext cx="9269582" cy="514349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CIÓN ESTILO 3">
    <p:spTree>
      <p:nvGrpSpPr>
        <p:cNvPr id="1" name="Shape 34"/>
        <p:cNvGrpSpPr/>
        <p:nvPr/>
      </p:nvGrpSpPr>
      <p:grpSpPr>
        <a:xfrm>
          <a:off x="0" y="0"/>
          <a:ext cx="0" cy="0"/>
          <a:chOff x="0" y="0"/>
          <a:chExt cx="0" cy="0"/>
        </a:xfrm>
      </p:grpSpPr>
      <p:pic>
        <p:nvPicPr>
          <p:cNvPr id="35" name="Shape 35" descr="Sin título10.png"/>
          <p:cNvPicPr preferRelativeResize="0"/>
          <p:nvPr/>
        </p:nvPicPr>
        <p:blipFill rotWithShape="1">
          <a:blip r:embed="rId2">
            <a:alphaModFix/>
          </a:blip>
          <a:srcRect/>
          <a:stretch/>
        </p:blipFill>
        <p:spPr>
          <a:xfrm>
            <a:off x="-89803" y="0"/>
            <a:ext cx="9256753" cy="5143499"/>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FINAL">
    <p:spTree>
      <p:nvGrpSpPr>
        <p:cNvPr id="1" name="Shape 36"/>
        <p:cNvGrpSpPr/>
        <p:nvPr/>
      </p:nvGrpSpPr>
      <p:grpSpPr>
        <a:xfrm>
          <a:off x="0" y="0"/>
          <a:ext cx="0" cy="0"/>
          <a:chOff x="0" y="0"/>
          <a:chExt cx="0" cy="0"/>
        </a:xfrm>
      </p:grpSpPr>
      <p:pic>
        <p:nvPicPr>
          <p:cNvPr id="37" name="Shape 37" descr="Sin título11.png"/>
          <p:cNvPicPr preferRelativeResize="0"/>
          <p:nvPr/>
        </p:nvPicPr>
        <p:blipFill rotWithShape="1">
          <a:blip r:embed="rId2">
            <a:alphaModFix/>
          </a:blip>
          <a:srcRect/>
          <a:stretch/>
        </p:blipFill>
        <p:spPr>
          <a:xfrm>
            <a:off x="-89803" y="0"/>
            <a:ext cx="9256753" cy="514349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p:nvPr/>
        </p:nvSpPr>
        <p:spPr>
          <a:xfrm>
            <a:off x="7650702" y="4751012"/>
            <a:ext cx="1493297" cy="392488"/>
          </a:xfrm>
          <a:prstGeom prst="rect">
            <a:avLst/>
          </a:prstGeom>
          <a:noFill/>
          <a:ln>
            <a:noFill/>
          </a:ln>
        </p:spPr>
        <p:txBody>
          <a:bodyPr wrap="square" lIns="91425" tIns="45700" rIns="91425" bIns="45700" anchor="b" anchorCtr="0">
            <a:noAutofit/>
          </a:bodyPr>
          <a:lstStyle/>
          <a:p>
            <a:pPr marL="0" marR="0" lvl="0" indent="0" algn="r" rtl="0">
              <a:spcBef>
                <a:spcPts val="0"/>
              </a:spcBef>
              <a:buSzPct val="25000"/>
              <a:buNone/>
            </a:pPr>
            <a:r>
              <a:rPr lang="es-ES" sz="800" b="1" i="0" u="none" strike="noStrike" cap="none" dirty="0">
                <a:solidFill>
                  <a:srgbClr val="7F7F7F"/>
                </a:solidFill>
                <a:latin typeface="Calibri"/>
                <a:ea typeface="Calibri"/>
                <a:cs typeface="Calibri"/>
                <a:sym typeface="Calibri"/>
              </a:rPr>
              <a:t>GC-F-004 V.01</a:t>
            </a: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5" r:id="rId5"/>
    <p:sldLayoutId id="2147483656" r:id="rId6"/>
    <p:sldLayoutId id="2147483657" r:id="rId7"/>
    <p:sldLayoutId id="2147483659" r:id="rId8"/>
    <p:sldLayoutId id="2147483660"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hyperlink" Target="https://gestionbd.wordpress.com/2016/01/18/instalacion-de-mariadb-en-windows/"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Shape 100"/>
          <p:cNvSpPr txBox="1"/>
          <p:nvPr/>
        </p:nvSpPr>
        <p:spPr>
          <a:xfrm>
            <a:off x="697543" y="1791680"/>
            <a:ext cx="4432421" cy="954106"/>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r>
              <a:rPr lang="es-ES" sz="6600" b="1" dirty="0">
                <a:solidFill>
                  <a:schemeClr val="lt1"/>
                </a:solidFill>
                <a:latin typeface="Calibri"/>
                <a:ea typeface="Calibri"/>
                <a:cs typeface="Calibri"/>
                <a:sym typeface="Calibri"/>
              </a:rPr>
              <a:t>MARIADB</a:t>
            </a:r>
          </a:p>
        </p:txBody>
      </p:sp>
      <p:sp>
        <p:nvSpPr>
          <p:cNvPr id="101" name="Shape 101"/>
          <p:cNvSpPr txBox="1"/>
          <p:nvPr/>
        </p:nvSpPr>
        <p:spPr>
          <a:xfrm>
            <a:off x="762137" y="2844422"/>
            <a:ext cx="3707890" cy="369332"/>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r>
              <a:rPr lang="es-ES" sz="1800" b="1" dirty="0">
                <a:solidFill>
                  <a:srgbClr val="ACC42D"/>
                </a:solidFill>
                <a:latin typeface="Calibri"/>
                <a:ea typeface="Calibri"/>
                <a:cs typeface="Calibri"/>
                <a:sym typeface="Calibri"/>
              </a:rPr>
              <a:t>Sistema Gestor de Base de Datos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Shape 113"/>
          <p:cNvSpPr txBox="1"/>
          <p:nvPr/>
        </p:nvSpPr>
        <p:spPr>
          <a:xfrm>
            <a:off x="821067" y="2603816"/>
            <a:ext cx="914400" cy="914400"/>
          </a:xfrm>
          <a:prstGeom prst="rect">
            <a:avLst/>
          </a:prstGeom>
          <a:noFill/>
          <a:ln>
            <a:noFill/>
          </a:ln>
        </p:spPr>
        <p:txBody>
          <a:bodyPr wrap="square" lIns="91425" tIns="45700" rIns="91425" bIns="45700" anchor="ctr" anchorCtr="0">
            <a:noAutofit/>
          </a:bodyPr>
          <a:lstStyle/>
          <a:p>
            <a:pPr marL="0" marR="0" lvl="0" indent="0" algn="l" rtl="0">
              <a:spcBef>
                <a:spcPts val="0"/>
              </a:spcBef>
              <a:buNone/>
            </a:pPr>
            <a:endParaRPr sz="8000" b="1" dirty="0">
              <a:solidFill>
                <a:srgbClr val="92D050"/>
              </a:solidFill>
              <a:latin typeface="Calibri"/>
              <a:ea typeface="Calibri"/>
              <a:cs typeface="Calibri"/>
              <a:sym typeface="Calibri"/>
            </a:endParaRPr>
          </a:p>
        </p:txBody>
      </p:sp>
      <p:sp>
        <p:nvSpPr>
          <p:cNvPr id="114" name="Shape 114"/>
          <p:cNvSpPr txBox="1"/>
          <p:nvPr/>
        </p:nvSpPr>
        <p:spPr>
          <a:xfrm>
            <a:off x="3051550" y="2163386"/>
            <a:ext cx="1977541" cy="769441"/>
          </a:xfrm>
          <a:prstGeom prst="rect">
            <a:avLst/>
          </a:prstGeom>
          <a:noFill/>
          <a:ln>
            <a:noFill/>
          </a:ln>
        </p:spPr>
        <p:txBody>
          <a:bodyPr wrap="square" lIns="91425" tIns="45700" rIns="91425" bIns="45700" anchor="t" anchorCtr="0">
            <a:noAutofit/>
          </a:bodyPr>
          <a:lstStyle/>
          <a:p>
            <a:pPr marL="0" marR="0" lvl="0" indent="0" algn="ctr" rtl="0">
              <a:spcBef>
                <a:spcPts val="0"/>
              </a:spcBef>
              <a:buSzPct val="25000"/>
              <a:buNone/>
            </a:pPr>
            <a:r>
              <a:rPr lang="es-ES" sz="2200" b="1" dirty="0">
                <a:solidFill>
                  <a:schemeClr val="lt1"/>
                </a:solidFill>
                <a:latin typeface="Calibri"/>
                <a:ea typeface="Calibri"/>
                <a:cs typeface="Calibri"/>
                <a:sym typeface="Calibri"/>
              </a:rPr>
              <a:t>Sistema Gestor De Base de Datos</a:t>
            </a:r>
          </a:p>
        </p:txBody>
      </p:sp>
      <p:pic>
        <p:nvPicPr>
          <p:cNvPr id="115" name="Shape 115"/>
          <p:cNvPicPr preferRelativeResize="0"/>
          <p:nvPr/>
        </p:nvPicPr>
        <p:blipFill rotWithShape="1">
          <a:blip r:embed="rId3">
            <a:alphaModFix/>
          </a:blip>
          <a:srcRect/>
          <a:stretch/>
        </p:blipFill>
        <p:spPr>
          <a:xfrm>
            <a:off x="3141818" y="3230347"/>
            <a:ext cx="1623042" cy="45718"/>
          </a:xfrm>
          <a:prstGeom prst="rect">
            <a:avLst/>
          </a:prstGeom>
          <a:noFill/>
          <a:ln>
            <a:noFill/>
          </a:ln>
        </p:spPr>
      </p:pic>
      <p:sp>
        <p:nvSpPr>
          <p:cNvPr id="116" name="Shape 116"/>
          <p:cNvSpPr txBox="1"/>
          <p:nvPr/>
        </p:nvSpPr>
        <p:spPr>
          <a:xfrm>
            <a:off x="407113" y="1799177"/>
            <a:ext cx="1977541" cy="1066961"/>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endParaRPr lang="es-ES" sz="3200" b="1" dirty="0">
              <a:solidFill>
                <a:schemeClr val="lt1"/>
              </a:solidFill>
              <a:latin typeface="Calibri"/>
              <a:ea typeface="Calibri"/>
              <a:cs typeface="Calibri"/>
              <a:sym typeface="Calibri"/>
            </a:endParaRPr>
          </a:p>
          <a:p>
            <a:pPr marL="0" marR="0" lvl="0" indent="0" algn="l" rtl="0">
              <a:spcBef>
                <a:spcPts val="0"/>
              </a:spcBef>
              <a:buSzPct val="25000"/>
              <a:buNone/>
            </a:pPr>
            <a:r>
              <a:rPr lang="es-ES" sz="3200" b="1" dirty="0">
                <a:solidFill>
                  <a:schemeClr val="lt1"/>
                </a:solidFill>
                <a:latin typeface="Calibri"/>
                <a:ea typeface="Calibri"/>
                <a:cs typeface="Calibri"/>
                <a:sym typeface="Calibri"/>
              </a:rPr>
              <a:t>MARIADB</a:t>
            </a:r>
          </a:p>
        </p:txBody>
      </p:sp>
      <p:sp>
        <p:nvSpPr>
          <p:cNvPr id="117" name="Shape 117"/>
          <p:cNvSpPr txBox="1"/>
          <p:nvPr/>
        </p:nvSpPr>
        <p:spPr>
          <a:xfrm>
            <a:off x="5924101" y="1046903"/>
            <a:ext cx="2003113" cy="430886"/>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r>
              <a:rPr lang="es-ES" sz="2200" b="1" dirty="0">
                <a:solidFill>
                  <a:srgbClr val="FF9220"/>
                </a:solidFill>
                <a:latin typeface="Calibri"/>
                <a:ea typeface="Calibri"/>
                <a:cs typeface="Calibri"/>
                <a:sym typeface="Calibri"/>
              </a:rPr>
              <a:t>Presentación:</a:t>
            </a:r>
          </a:p>
        </p:txBody>
      </p:sp>
      <p:pic>
        <p:nvPicPr>
          <p:cNvPr id="119" name="Shape 119"/>
          <p:cNvPicPr preferRelativeResize="0"/>
          <p:nvPr/>
        </p:nvPicPr>
        <p:blipFill rotWithShape="1">
          <a:blip r:embed="rId4">
            <a:alphaModFix/>
          </a:blip>
          <a:srcRect/>
          <a:stretch/>
        </p:blipFill>
        <p:spPr>
          <a:xfrm>
            <a:off x="5695987" y="1696033"/>
            <a:ext cx="36000" cy="2340210"/>
          </a:xfrm>
          <a:prstGeom prst="rect">
            <a:avLst/>
          </a:prstGeom>
          <a:noFill/>
          <a:ln>
            <a:noFill/>
          </a:ln>
        </p:spPr>
      </p:pic>
      <p:sp>
        <p:nvSpPr>
          <p:cNvPr id="2" name="CuadroTexto 1">
            <a:extLst>
              <a:ext uri="{FF2B5EF4-FFF2-40B4-BE49-F238E27FC236}">
                <a16:creationId xmlns:a16="http://schemas.microsoft.com/office/drawing/2014/main" xmlns="" id="{19E2C8DE-C2E3-4301-92F0-9D4066F39E76}"/>
              </a:ext>
            </a:extLst>
          </p:cNvPr>
          <p:cNvSpPr txBox="1"/>
          <p:nvPr/>
        </p:nvSpPr>
        <p:spPr>
          <a:xfrm>
            <a:off x="6081204" y="1799177"/>
            <a:ext cx="2241729" cy="738664"/>
          </a:xfrm>
          <a:prstGeom prst="rect">
            <a:avLst/>
          </a:prstGeom>
          <a:noFill/>
        </p:spPr>
        <p:txBody>
          <a:bodyPr wrap="square" rtlCol="0">
            <a:spAutoFit/>
          </a:bodyPr>
          <a:lstStyle/>
          <a:p>
            <a:pPr marL="285750" indent="-285750">
              <a:buFont typeface="Arial" panose="020B0604020202020204" pitchFamily="34" charset="0"/>
              <a:buChar char="•"/>
            </a:pPr>
            <a:r>
              <a:rPr lang="es-CO" dirty="0" smtClean="0">
                <a:solidFill>
                  <a:schemeClr val="tx1">
                    <a:lumMod val="65000"/>
                    <a:lumOff val="35000"/>
                  </a:schemeClr>
                </a:solidFill>
                <a:latin typeface="Calibri" panose="020F0502020204030204" pitchFamily="34" charset="0"/>
                <a:cs typeface="Calibri" panose="020F0502020204030204" pitchFamily="34" charset="0"/>
              </a:rPr>
              <a:t>Historia</a:t>
            </a:r>
          </a:p>
          <a:p>
            <a:pPr marL="285750" indent="-285750">
              <a:buFont typeface="Arial" panose="020B0604020202020204" pitchFamily="34" charset="0"/>
              <a:buChar char="•"/>
            </a:pPr>
            <a:r>
              <a:rPr lang="es-CO" dirty="0" smtClean="0">
                <a:solidFill>
                  <a:schemeClr val="tx1">
                    <a:lumMod val="65000"/>
                    <a:lumOff val="35000"/>
                  </a:schemeClr>
                </a:solidFill>
                <a:latin typeface="Calibri" panose="020F0502020204030204" pitchFamily="34" charset="0"/>
                <a:cs typeface="Calibri" panose="020F0502020204030204" pitchFamily="34" charset="0"/>
              </a:rPr>
              <a:t>Características</a:t>
            </a:r>
            <a:endParaRPr lang="es-CO" dirty="0">
              <a:solidFill>
                <a:schemeClr val="tx1">
                  <a:lumMod val="65000"/>
                  <a:lumOff val="3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s-CO" dirty="0">
              <a:solidFill>
                <a:schemeClr val="tx1">
                  <a:lumMod val="65000"/>
                  <a:lumOff val="3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Shape 124"/>
          <p:cNvSpPr txBox="1"/>
          <p:nvPr/>
        </p:nvSpPr>
        <p:spPr>
          <a:xfrm>
            <a:off x="0" y="0"/>
            <a:ext cx="9144000" cy="5143499"/>
          </a:xfrm>
          <a:prstGeom prst="rect">
            <a:avLst/>
          </a:prstGeom>
          <a:noFill/>
          <a:ln>
            <a:noFill/>
          </a:ln>
        </p:spPr>
        <p:txBody>
          <a:bodyPr wrap="square" lIns="91425" tIns="45700" rIns="91425" bIns="45700" anchor="t" anchorCtr="0">
            <a:noAutofit/>
          </a:bodyPr>
          <a:lstStyle/>
          <a:p>
            <a:pPr marL="342900" marR="0" lvl="0" indent="-342900" algn="l" rtl="0">
              <a:spcBef>
                <a:spcPts val="0"/>
              </a:spcBef>
              <a:buClr>
                <a:schemeClr val="dk1"/>
              </a:buClr>
              <a:buFont typeface="Arial"/>
              <a:buNone/>
            </a:pPr>
            <a:endParaRPr sz="3200" dirty="0">
              <a:solidFill>
                <a:schemeClr val="dk1"/>
              </a:solidFill>
              <a:latin typeface="Calibri"/>
              <a:ea typeface="Calibri"/>
              <a:cs typeface="Calibri"/>
              <a:sym typeface="Calibri"/>
            </a:endParaRPr>
          </a:p>
        </p:txBody>
      </p:sp>
      <p:sp>
        <p:nvSpPr>
          <p:cNvPr id="125" name="Shape 125"/>
          <p:cNvSpPr txBox="1"/>
          <p:nvPr/>
        </p:nvSpPr>
        <p:spPr>
          <a:xfrm>
            <a:off x="1747397" y="1968765"/>
            <a:ext cx="5591670" cy="1107995"/>
          </a:xfrm>
          <a:prstGeom prst="rect">
            <a:avLst/>
          </a:prstGeom>
          <a:noFill/>
          <a:ln>
            <a:noFill/>
          </a:ln>
        </p:spPr>
        <p:txBody>
          <a:bodyPr wrap="square" lIns="91425" tIns="45700" rIns="91425" bIns="45700" anchor="t" anchorCtr="0">
            <a:noAutofit/>
          </a:bodyPr>
          <a:lstStyle/>
          <a:p>
            <a:pPr marL="0" marR="0" lvl="0" indent="0" algn="ctr" rtl="0">
              <a:spcBef>
                <a:spcPts val="0"/>
              </a:spcBef>
              <a:buSzPct val="25000"/>
              <a:buNone/>
            </a:pPr>
            <a:r>
              <a:rPr lang="es-ES" sz="6600" b="1" dirty="0">
                <a:solidFill>
                  <a:schemeClr val="lt1"/>
                </a:solidFill>
                <a:latin typeface="Calibri"/>
                <a:ea typeface="Calibri"/>
                <a:cs typeface="Calibri"/>
                <a:sym typeface="Calibri"/>
              </a:rPr>
              <a:t>HISTORIA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Shape 130"/>
          <p:cNvSpPr txBox="1"/>
          <p:nvPr/>
        </p:nvSpPr>
        <p:spPr>
          <a:xfrm>
            <a:off x="990199" y="256207"/>
            <a:ext cx="2591261" cy="707886"/>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r>
              <a:rPr lang="es-ES" sz="2000" b="1" dirty="0">
                <a:solidFill>
                  <a:srgbClr val="E8E6E8"/>
                </a:solidFill>
                <a:latin typeface="Calibri"/>
                <a:ea typeface="Calibri"/>
                <a:cs typeface="Calibri"/>
                <a:sym typeface="Calibri"/>
              </a:rPr>
              <a:t>HISTORIA</a:t>
            </a:r>
          </a:p>
        </p:txBody>
      </p:sp>
      <p:sp>
        <p:nvSpPr>
          <p:cNvPr id="133" name="Shape 133"/>
          <p:cNvSpPr txBox="1"/>
          <p:nvPr/>
        </p:nvSpPr>
        <p:spPr>
          <a:xfrm>
            <a:off x="954675" y="1227521"/>
            <a:ext cx="2591261" cy="400109"/>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r>
              <a:rPr lang="es-ES" sz="2000" b="1" dirty="0">
                <a:solidFill>
                  <a:srgbClr val="5E5C5D"/>
                </a:solidFill>
                <a:latin typeface="Calibri"/>
                <a:ea typeface="Calibri"/>
                <a:cs typeface="Calibri"/>
                <a:sym typeface="Calibri"/>
              </a:rPr>
              <a:t>MARIADB</a:t>
            </a:r>
          </a:p>
        </p:txBody>
      </p:sp>
      <p:pic>
        <p:nvPicPr>
          <p:cNvPr id="137" name="Shape 137"/>
          <p:cNvPicPr preferRelativeResize="0"/>
          <p:nvPr/>
        </p:nvPicPr>
        <p:blipFill rotWithShape="1">
          <a:blip r:embed="rId3">
            <a:alphaModFix/>
          </a:blip>
          <a:srcRect/>
          <a:stretch/>
        </p:blipFill>
        <p:spPr>
          <a:xfrm>
            <a:off x="1101720" y="1963366"/>
            <a:ext cx="265429" cy="41909"/>
          </a:xfrm>
          <a:prstGeom prst="rect">
            <a:avLst/>
          </a:prstGeom>
          <a:noFill/>
          <a:ln>
            <a:noFill/>
          </a:ln>
        </p:spPr>
      </p:pic>
      <p:sp>
        <p:nvSpPr>
          <p:cNvPr id="3" name="CuadroTexto 2">
            <a:extLst>
              <a:ext uri="{FF2B5EF4-FFF2-40B4-BE49-F238E27FC236}">
                <a16:creationId xmlns:a16="http://schemas.microsoft.com/office/drawing/2014/main" xmlns="" id="{DF93232B-FE29-4313-9C40-51E49C7D6619}"/>
              </a:ext>
            </a:extLst>
          </p:cNvPr>
          <p:cNvSpPr txBox="1"/>
          <p:nvPr/>
        </p:nvSpPr>
        <p:spPr>
          <a:xfrm>
            <a:off x="812675" y="1890944"/>
            <a:ext cx="7621112" cy="3108543"/>
          </a:xfrm>
          <a:prstGeom prst="rect">
            <a:avLst/>
          </a:prstGeom>
          <a:noFill/>
        </p:spPr>
        <p:txBody>
          <a:bodyPr wrap="square" rtlCol="0">
            <a:spAutoFit/>
          </a:bodyPr>
          <a:lstStyle/>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MariaDB es un sistema de gestión de base de datos con licencia GPL (General Public License)  es decir  software libre y código abierto.</a:t>
            </a:r>
          </a:p>
          <a:p>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Desarrollada por Michael “Monty” Widenius, que había abandonado Sun Microsystems y fundado su propia compañía en febrero de 2009. María es el nombre de su hija menor.</a:t>
            </a: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Es derivado como fork o bifurcación de MySQL.</a:t>
            </a: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p:txBody>
      </p:sp>
      <p:pic>
        <p:nvPicPr>
          <p:cNvPr id="1026" name="Picture 2" descr="Imagen relacionada">
            <a:extLst>
              <a:ext uri="{FF2B5EF4-FFF2-40B4-BE49-F238E27FC236}">
                <a16:creationId xmlns:a16="http://schemas.microsoft.com/office/drawing/2014/main" xmlns="" id="{7E177382-6F5C-4FEC-93FB-2FE935D3696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108" t="5929" r="14545" b="12991"/>
          <a:stretch/>
        </p:blipFill>
        <p:spPr bwMode="auto">
          <a:xfrm>
            <a:off x="3426780" y="3492061"/>
            <a:ext cx="2130641" cy="13043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Shape 130"/>
          <p:cNvSpPr txBox="1"/>
          <p:nvPr/>
        </p:nvSpPr>
        <p:spPr>
          <a:xfrm>
            <a:off x="990199" y="256207"/>
            <a:ext cx="2591261" cy="707886"/>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r>
              <a:rPr lang="es-ES" sz="2000" b="1" dirty="0">
                <a:solidFill>
                  <a:srgbClr val="E8E6E8"/>
                </a:solidFill>
                <a:latin typeface="Calibri"/>
                <a:ea typeface="Calibri"/>
                <a:cs typeface="Calibri"/>
                <a:sym typeface="Calibri"/>
              </a:rPr>
              <a:t>HISTORIA</a:t>
            </a:r>
          </a:p>
        </p:txBody>
      </p:sp>
      <p:sp>
        <p:nvSpPr>
          <p:cNvPr id="133" name="Shape 133"/>
          <p:cNvSpPr txBox="1"/>
          <p:nvPr/>
        </p:nvSpPr>
        <p:spPr>
          <a:xfrm>
            <a:off x="954675" y="1227521"/>
            <a:ext cx="2591261" cy="400109"/>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r>
              <a:rPr lang="es-ES" sz="2000" b="1" dirty="0">
                <a:solidFill>
                  <a:srgbClr val="5E5C5D"/>
                </a:solidFill>
                <a:latin typeface="Calibri"/>
                <a:ea typeface="Calibri"/>
                <a:cs typeface="Calibri"/>
                <a:sym typeface="Calibri"/>
              </a:rPr>
              <a:t>MARIADB</a:t>
            </a:r>
          </a:p>
        </p:txBody>
      </p:sp>
      <p:pic>
        <p:nvPicPr>
          <p:cNvPr id="137" name="Shape 137"/>
          <p:cNvPicPr preferRelativeResize="0"/>
          <p:nvPr/>
        </p:nvPicPr>
        <p:blipFill rotWithShape="1">
          <a:blip r:embed="rId3">
            <a:alphaModFix/>
          </a:blip>
          <a:srcRect/>
          <a:stretch/>
        </p:blipFill>
        <p:spPr>
          <a:xfrm>
            <a:off x="1101720" y="1963366"/>
            <a:ext cx="265429" cy="41909"/>
          </a:xfrm>
          <a:prstGeom prst="rect">
            <a:avLst/>
          </a:prstGeom>
          <a:noFill/>
          <a:ln>
            <a:noFill/>
          </a:ln>
        </p:spPr>
      </p:pic>
      <p:sp>
        <p:nvSpPr>
          <p:cNvPr id="3" name="CuadroTexto 2">
            <a:extLst>
              <a:ext uri="{FF2B5EF4-FFF2-40B4-BE49-F238E27FC236}">
                <a16:creationId xmlns:a16="http://schemas.microsoft.com/office/drawing/2014/main" xmlns="" id="{DF93232B-FE29-4313-9C40-51E49C7D6619}"/>
              </a:ext>
            </a:extLst>
          </p:cNvPr>
          <p:cNvSpPr txBox="1"/>
          <p:nvPr/>
        </p:nvSpPr>
        <p:spPr>
          <a:xfrm>
            <a:off x="812675" y="1890944"/>
            <a:ext cx="7390292" cy="2893100"/>
          </a:xfrm>
          <a:prstGeom prst="rect">
            <a:avLst/>
          </a:prstGeom>
          <a:noFill/>
        </p:spPr>
        <p:txBody>
          <a:bodyPr wrap="square" rtlCol="0">
            <a:spAutoFit/>
          </a:bodyPr>
          <a:lstStyle/>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MariaDB 5.1 esta basado en MySQL 5.1. Lo que hacemos es converger un mes con MySQL 5.1 para asegurarnos que todos los errores corregidos de MySQL formen parte de MariaDB.</a:t>
            </a: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El versionado de MariaDB deja claro que soporta todas las características de MySQL hasta la versión 5.5, pero a partir de ahí, inicia su desarrollo independiente dando un salto a las versiones 10 y en adelante.</a:t>
            </a:r>
          </a:p>
          <a:p>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05154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Shape 200"/>
          <p:cNvSpPr txBox="1"/>
          <p:nvPr/>
        </p:nvSpPr>
        <p:spPr>
          <a:xfrm>
            <a:off x="1776165" y="2128563"/>
            <a:ext cx="5591670" cy="1107995"/>
          </a:xfrm>
          <a:prstGeom prst="rect">
            <a:avLst/>
          </a:prstGeom>
          <a:noFill/>
          <a:ln>
            <a:noFill/>
          </a:ln>
        </p:spPr>
        <p:txBody>
          <a:bodyPr wrap="square" lIns="91425" tIns="45700" rIns="91425" bIns="45700" anchor="t" anchorCtr="0">
            <a:noAutofit/>
          </a:bodyPr>
          <a:lstStyle/>
          <a:p>
            <a:pPr marL="0" marR="0" lvl="0" indent="0" algn="ctr" rtl="0">
              <a:spcBef>
                <a:spcPts val="0"/>
              </a:spcBef>
              <a:buSzPct val="25000"/>
              <a:buNone/>
            </a:pPr>
            <a:r>
              <a:rPr lang="es-ES" sz="5400" b="1" dirty="0">
                <a:solidFill>
                  <a:schemeClr val="lt1"/>
                </a:solidFill>
                <a:latin typeface="Calibri"/>
                <a:ea typeface="Calibri"/>
                <a:cs typeface="Calibri"/>
                <a:sym typeface="Calibri"/>
              </a:rPr>
              <a:t>CARACTERÍSTICAS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pic>
        <p:nvPicPr>
          <p:cNvPr id="215" name="Shape 215"/>
          <p:cNvPicPr preferRelativeResize="0"/>
          <p:nvPr/>
        </p:nvPicPr>
        <p:blipFill rotWithShape="1">
          <a:blip r:embed="rId3">
            <a:alphaModFix/>
          </a:blip>
          <a:srcRect/>
          <a:stretch/>
        </p:blipFill>
        <p:spPr>
          <a:xfrm>
            <a:off x="1101720" y="1958192"/>
            <a:ext cx="241299" cy="38099"/>
          </a:xfrm>
          <a:prstGeom prst="rect">
            <a:avLst/>
          </a:prstGeom>
          <a:noFill/>
          <a:ln>
            <a:noFill/>
          </a:ln>
        </p:spPr>
      </p:pic>
      <p:sp>
        <p:nvSpPr>
          <p:cNvPr id="216" name="Shape 216"/>
          <p:cNvSpPr txBox="1"/>
          <p:nvPr/>
        </p:nvSpPr>
        <p:spPr>
          <a:xfrm>
            <a:off x="954675" y="144886"/>
            <a:ext cx="2591261" cy="707886"/>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endParaRPr lang="es-ES" sz="2000" b="1" dirty="0">
              <a:solidFill>
                <a:srgbClr val="E8E6E8"/>
              </a:solidFill>
              <a:latin typeface="Calibri"/>
              <a:ea typeface="Calibri"/>
              <a:cs typeface="Calibri"/>
              <a:sym typeface="Calibri"/>
            </a:endParaRPr>
          </a:p>
          <a:p>
            <a:pPr marL="0" marR="0" lvl="0" indent="0" algn="l" rtl="0">
              <a:spcBef>
                <a:spcPts val="0"/>
              </a:spcBef>
              <a:buSzPct val="25000"/>
              <a:buNone/>
            </a:pPr>
            <a:r>
              <a:rPr lang="es-ES" sz="2000" b="1" dirty="0">
                <a:solidFill>
                  <a:srgbClr val="E8E6E8"/>
                </a:solidFill>
                <a:latin typeface="Calibri"/>
                <a:ea typeface="Calibri"/>
                <a:cs typeface="Calibri"/>
                <a:sym typeface="Calibri"/>
              </a:rPr>
              <a:t>CARACTERÍSTICAS</a:t>
            </a:r>
          </a:p>
        </p:txBody>
      </p:sp>
      <p:sp>
        <p:nvSpPr>
          <p:cNvPr id="217" name="Shape 217"/>
          <p:cNvSpPr txBox="1"/>
          <p:nvPr/>
        </p:nvSpPr>
        <p:spPr>
          <a:xfrm>
            <a:off x="954675" y="1227521"/>
            <a:ext cx="4970637" cy="445831"/>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r>
              <a:rPr lang="es-ES" sz="2000" b="1" dirty="0">
                <a:solidFill>
                  <a:srgbClr val="5E5C5D"/>
                </a:solidFill>
                <a:latin typeface="Calibri"/>
                <a:ea typeface="Calibri"/>
                <a:cs typeface="Calibri"/>
                <a:sym typeface="Calibri"/>
              </a:rPr>
              <a:t>Nuevos Motores de Almacenamiento</a:t>
            </a:r>
          </a:p>
          <a:p>
            <a:pPr marL="0" marR="0" lvl="0" indent="0" algn="l" rtl="0">
              <a:spcBef>
                <a:spcPts val="0"/>
              </a:spcBef>
              <a:buSzPct val="25000"/>
              <a:buNone/>
            </a:pPr>
            <a:endParaRPr lang="es-ES" sz="2000" b="1" dirty="0">
              <a:solidFill>
                <a:srgbClr val="5E5C5D"/>
              </a:solidFill>
              <a:latin typeface="Calibri"/>
              <a:ea typeface="Calibri"/>
              <a:cs typeface="Calibri"/>
              <a:sym typeface="Calibri"/>
            </a:endParaRPr>
          </a:p>
          <a:p>
            <a:pPr marL="0" marR="0" lvl="0" indent="0" algn="l" rtl="0">
              <a:spcBef>
                <a:spcPts val="0"/>
              </a:spcBef>
              <a:buSzPct val="25000"/>
              <a:buNone/>
            </a:pPr>
            <a:endParaRPr lang="es-ES" sz="2000" b="1" dirty="0">
              <a:solidFill>
                <a:srgbClr val="5E5C5D"/>
              </a:solidFill>
              <a:latin typeface="Calibri"/>
              <a:ea typeface="Calibri"/>
              <a:cs typeface="Calibri"/>
              <a:sym typeface="Calibri"/>
            </a:endParaRPr>
          </a:p>
        </p:txBody>
      </p:sp>
      <p:sp>
        <p:nvSpPr>
          <p:cNvPr id="10" name="CuadroTexto 9">
            <a:extLst>
              <a:ext uri="{FF2B5EF4-FFF2-40B4-BE49-F238E27FC236}">
                <a16:creationId xmlns:a16="http://schemas.microsoft.com/office/drawing/2014/main" xmlns="" id="{AB19C744-6A95-4F4B-AD3A-A2EFFD59A76B}"/>
              </a:ext>
            </a:extLst>
          </p:cNvPr>
          <p:cNvSpPr txBox="1"/>
          <p:nvPr/>
        </p:nvSpPr>
        <p:spPr>
          <a:xfrm>
            <a:off x="876854" y="1673352"/>
            <a:ext cx="7390292" cy="3108543"/>
          </a:xfrm>
          <a:prstGeom prst="rect">
            <a:avLst/>
          </a:prstGeom>
          <a:noFill/>
        </p:spPr>
        <p:txBody>
          <a:bodyPr wrap="square" rtlCol="0">
            <a:spAutoFit/>
          </a:bodyPr>
          <a:lstStyle/>
          <a:p>
            <a:r>
              <a:rPr lang="es-CO" dirty="0">
                <a:solidFill>
                  <a:schemeClr val="tx1">
                    <a:lumMod val="75000"/>
                    <a:lumOff val="25000"/>
                  </a:schemeClr>
                </a:solidFill>
                <a:latin typeface="Calibri" panose="020F0502020204030204" pitchFamily="34" charset="0"/>
                <a:cs typeface="Calibri" panose="020F0502020204030204" pitchFamily="34" charset="0"/>
              </a:rPr>
              <a:t>Adicionalmente a los motores estandar MyISAM, Blackhole, CSV, Memory, y Archive, los siguientes motores están incluidos en los paquetes binarios y fuente de MariaDB:</a:t>
            </a:r>
          </a:p>
          <a:p>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Aria: Un motor de almacenamiento a prueba de fallos basado en MyISAM.</a:t>
            </a: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XtraDB: El reemplazo del motor InnoDB basado en el plug-in de InnoDB</a:t>
            </a: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PBXT: Un motor de almacenamiento transaccional con una gran cantidad de nuevas y bonitas características.</a:t>
            </a: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FederatedX: El reemplazo del motor Federated.</a:t>
            </a: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OQGRAPH: nuevo en 5.2</a:t>
            </a: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SphinxSE: nuevo 5.2</a:t>
            </a: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IBMDB2I. Removido por Oracle en MySQL 5.1.55 pero nosotros mantenemos el codigo en MariaDB.</a:t>
            </a: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TokuDB</a:t>
            </a:r>
          </a:p>
          <a:p>
            <a:endParaRPr lang="es-CO" dirty="0">
              <a:solidFill>
                <a:schemeClr val="tx1">
                  <a:lumMod val="75000"/>
                  <a:lumOff val="2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pic>
        <p:nvPicPr>
          <p:cNvPr id="215" name="Shape 215"/>
          <p:cNvPicPr preferRelativeResize="0"/>
          <p:nvPr/>
        </p:nvPicPr>
        <p:blipFill rotWithShape="1">
          <a:blip r:embed="rId3">
            <a:alphaModFix/>
          </a:blip>
          <a:srcRect/>
          <a:stretch/>
        </p:blipFill>
        <p:spPr>
          <a:xfrm>
            <a:off x="1101720" y="1958192"/>
            <a:ext cx="241299" cy="38099"/>
          </a:xfrm>
          <a:prstGeom prst="rect">
            <a:avLst/>
          </a:prstGeom>
          <a:noFill/>
          <a:ln>
            <a:noFill/>
          </a:ln>
        </p:spPr>
      </p:pic>
      <p:sp>
        <p:nvSpPr>
          <p:cNvPr id="216" name="Shape 216"/>
          <p:cNvSpPr txBox="1"/>
          <p:nvPr/>
        </p:nvSpPr>
        <p:spPr>
          <a:xfrm>
            <a:off x="954675" y="144886"/>
            <a:ext cx="2591261" cy="707886"/>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endParaRPr lang="es-ES" sz="2000" b="1" dirty="0">
              <a:solidFill>
                <a:srgbClr val="E8E6E8"/>
              </a:solidFill>
              <a:latin typeface="Calibri"/>
              <a:ea typeface="Calibri"/>
              <a:cs typeface="Calibri"/>
              <a:sym typeface="Calibri"/>
            </a:endParaRPr>
          </a:p>
          <a:p>
            <a:pPr marL="0" marR="0" lvl="0" indent="0" algn="l" rtl="0">
              <a:spcBef>
                <a:spcPts val="0"/>
              </a:spcBef>
              <a:buSzPct val="25000"/>
              <a:buNone/>
            </a:pPr>
            <a:r>
              <a:rPr lang="es-ES" sz="2000" b="1" dirty="0">
                <a:solidFill>
                  <a:srgbClr val="E8E6E8"/>
                </a:solidFill>
                <a:latin typeface="Calibri"/>
                <a:ea typeface="Calibri"/>
                <a:cs typeface="Calibri"/>
                <a:sym typeface="Calibri"/>
              </a:rPr>
              <a:t>CARACTERÍSTICAS</a:t>
            </a:r>
          </a:p>
        </p:txBody>
      </p:sp>
      <p:sp>
        <p:nvSpPr>
          <p:cNvPr id="217" name="Shape 217"/>
          <p:cNvSpPr txBox="1"/>
          <p:nvPr/>
        </p:nvSpPr>
        <p:spPr>
          <a:xfrm>
            <a:off x="954675" y="1227521"/>
            <a:ext cx="4970637" cy="445831"/>
          </a:xfrm>
          <a:prstGeom prst="rect">
            <a:avLst/>
          </a:prstGeom>
          <a:noFill/>
          <a:ln>
            <a:noFill/>
          </a:ln>
        </p:spPr>
        <p:txBody>
          <a:bodyPr wrap="square" lIns="91425" tIns="45700" rIns="91425" bIns="45700" anchor="t" anchorCtr="0">
            <a:noAutofit/>
          </a:bodyPr>
          <a:lstStyle/>
          <a:p>
            <a:pPr lvl="0">
              <a:buSzPct val="25000"/>
            </a:pPr>
            <a:r>
              <a:rPr lang="es-ES" sz="2000" b="1" dirty="0">
                <a:solidFill>
                  <a:srgbClr val="5E5C5D"/>
                </a:solidFill>
                <a:latin typeface="Calibri"/>
                <a:ea typeface="Calibri"/>
                <a:cs typeface="Calibri"/>
                <a:sym typeface="Calibri"/>
              </a:rPr>
              <a:t>Mejora de Velocidad</a:t>
            </a:r>
          </a:p>
          <a:p>
            <a:pPr marL="0" marR="0" lvl="0" indent="0" algn="l" rtl="0">
              <a:spcBef>
                <a:spcPts val="0"/>
              </a:spcBef>
              <a:buSzPct val="25000"/>
              <a:buNone/>
            </a:pPr>
            <a:endParaRPr lang="es-ES" sz="2000" b="1" dirty="0">
              <a:solidFill>
                <a:srgbClr val="5E5C5D"/>
              </a:solidFill>
              <a:latin typeface="Calibri"/>
              <a:ea typeface="Calibri"/>
              <a:cs typeface="Calibri"/>
              <a:sym typeface="Calibri"/>
            </a:endParaRPr>
          </a:p>
        </p:txBody>
      </p:sp>
      <p:sp>
        <p:nvSpPr>
          <p:cNvPr id="10" name="CuadroTexto 9">
            <a:extLst>
              <a:ext uri="{FF2B5EF4-FFF2-40B4-BE49-F238E27FC236}">
                <a16:creationId xmlns:a16="http://schemas.microsoft.com/office/drawing/2014/main" xmlns="" id="{AB19C744-6A95-4F4B-AD3A-A2EFFD59A76B}"/>
              </a:ext>
            </a:extLst>
          </p:cNvPr>
          <p:cNvSpPr txBox="1"/>
          <p:nvPr/>
        </p:nvSpPr>
        <p:spPr>
          <a:xfrm>
            <a:off x="876854" y="1673352"/>
            <a:ext cx="7390292" cy="2893100"/>
          </a:xfrm>
          <a:prstGeom prst="rect">
            <a:avLst/>
          </a:prstGeom>
          <a:noFill/>
        </p:spPr>
        <p:txBody>
          <a:bodyPr wrap="square" rtlCol="0">
            <a:spAutoFit/>
          </a:bodyPr>
          <a:lstStyle/>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LA TABLA DE CONTROL DE REDUNDANCIA es mas rápida.</a:t>
            </a: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Se ha eliminado/mejorado algunas conversiones no necesarias respecto a los juegos de caracteres. Sobre todo la mejora de velocidad es de 1-5% (de acuerdo al sql- bench) pero pueden ser superiores para grandes conjuntos de resultados con todos los caracteres entre 0x00-0x7f.</a:t>
            </a: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Nuestro uso del motor de Almacenamiento Aria permite consulta complejas mas rápidas (consultas que normalmente usan tablas temporales basadas en disco), El motor de almacenamiento Aria es usado para las tablas temporales internas.</a:t>
            </a: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Existen algunas mejoras al codigo DBUG para hacer mas rapida su ejecución cuando debug es compilado pero no usado.</a:t>
            </a:r>
          </a:p>
        </p:txBody>
      </p:sp>
    </p:spTree>
    <p:extLst>
      <p:ext uri="{BB962C8B-B14F-4D97-AF65-F5344CB8AC3E}">
        <p14:creationId xmlns:p14="http://schemas.microsoft.com/office/powerpoint/2010/main" val="394363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pic>
        <p:nvPicPr>
          <p:cNvPr id="215" name="Shape 215"/>
          <p:cNvPicPr preferRelativeResize="0"/>
          <p:nvPr/>
        </p:nvPicPr>
        <p:blipFill rotWithShape="1">
          <a:blip r:embed="rId3">
            <a:alphaModFix/>
          </a:blip>
          <a:srcRect/>
          <a:stretch/>
        </p:blipFill>
        <p:spPr>
          <a:xfrm>
            <a:off x="1101720" y="1958192"/>
            <a:ext cx="241299" cy="38099"/>
          </a:xfrm>
          <a:prstGeom prst="rect">
            <a:avLst/>
          </a:prstGeom>
          <a:noFill/>
          <a:ln>
            <a:noFill/>
          </a:ln>
        </p:spPr>
      </p:pic>
      <p:sp>
        <p:nvSpPr>
          <p:cNvPr id="216" name="Shape 216"/>
          <p:cNvSpPr txBox="1"/>
          <p:nvPr/>
        </p:nvSpPr>
        <p:spPr>
          <a:xfrm>
            <a:off x="954675" y="144886"/>
            <a:ext cx="2591261" cy="707886"/>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endParaRPr lang="es-ES" sz="2000" b="1" dirty="0">
              <a:solidFill>
                <a:srgbClr val="E8E6E8"/>
              </a:solidFill>
              <a:latin typeface="Calibri"/>
              <a:ea typeface="Calibri"/>
              <a:cs typeface="Calibri"/>
              <a:sym typeface="Calibri"/>
            </a:endParaRPr>
          </a:p>
          <a:p>
            <a:pPr marL="0" marR="0" lvl="0" indent="0" algn="l" rtl="0">
              <a:spcBef>
                <a:spcPts val="0"/>
              </a:spcBef>
              <a:buSzPct val="25000"/>
              <a:buNone/>
            </a:pPr>
            <a:r>
              <a:rPr lang="es-ES" sz="2000" b="1" dirty="0">
                <a:solidFill>
                  <a:srgbClr val="E8E6E8"/>
                </a:solidFill>
                <a:latin typeface="Calibri"/>
                <a:ea typeface="Calibri"/>
                <a:cs typeface="Calibri"/>
                <a:sym typeface="Calibri"/>
              </a:rPr>
              <a:t>CARACTERÍSTICAS</a:t>
            </a:r>
          </a:p>
        </p:txBody>
      </p:sp>
      <p:sp>
        <p:nvSpPr>
          <p:cNvPr id="217" name="Shape 217"/>
          <p:cNvSpPr txBox="1"/>
          <p:nvPr/>
        </p:nvSpPr>
        <p:spPr>
          <a:xfrm>
            <a:off x="954675" y="1227521"/>
            <a:ext cx="4970637" cy="445831"/>
          </a:xfrm>
          <a:prstGeom prst="rect">
            <a:avLst/>
          </a:prstGeom>
          <a:noFill/>
          <a:ln>
            <a:noFill/>
          </a:ln>
        </p:spPr>
        <p:txBody>
          <a:bodyPr wrap="square" lIns="91425" tIns="45700" rIns="91425" bIns="45700" anchor="t" anchorCtr="0">
            <a:noAutofit/>
          </a:bodyPr>
          <a:lstStyle/>
          <a:p>
            <a:pPr lvl="0">
              <a:buSzPct val="25000"/>
            </a:pPr>
            <a:r>
              <a:rPr lang="es-ES" sz="2000" b="1" dirty="0">
                <a:solidFill>
                  <a:srgbClr val="5E5C5D"/>
                </a:solidFill>
                <a:latin typeface="Calibri"/>
                <a:ea typeface="Calibri"/>
                <a:cs typeface="Calibri"/>
                <a:sym typeface="Calibri"/>
              </a:rPr>
              <a:t>Extensiones &amp; nuevas características</a:t>
            </a:r>
          </a:p>
        </p:txBody>
      </p:sp>
      <p:sp>
        <p:nvSpPr>
          <p:cNvPr id="10" name="CuadroTexto 9">
            <a:extLst>
              <a:ext uri="{FF2B5EF4-FFF2-40B4-BE49-F238E27FC236}">
                <a16:creationId xmlns:a16="http://schemas.microsoft.com/office/drawing/2014/main" xmlns="" id="{AB19C744-6A95-4F4B-AD3A-A2EFFD59A76B}"/>
              </a:ext>
            </a:extLst>
          </p:cNvPr>
          <p:cNvSpPr txBox="1"/>
          <p:nvPr/>
        </p:nvSpPr>
        <p:spPr>
          <a:xfrm>
            <a:off x="876854" y="1673352"/>
            <a:ext cx="7390292" cy="2462213"/>
          </a:xfrm>
          <a:prstGeom prst="rect">
            <a:avLst/>
          </a:prstGeom>
          <a:noFill/>
        </p:spPr>
        <p:txBody>
          <a:bodyPr wrap="square" rtlCol="0">
            <a:spAutoFit/>
          </a:bodyPr>
          <a:lstStyle/>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Eliminación de Tablas (Nueva optimizacion)</a:t>
            </a: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Pool of Threads (Permite tener mas de 200,000 conexiones a MariaDB)</a:t>
            </a: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MariaDB puede manejar hasta claves de 32 segmentos por clave (sobre los 16)</a:t>
            </a: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Se agrego --abort-source-on-error al cliente mysql.</a:t>
            </a: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Precision de Microsegundos en la lista de Procesos</a:t>
            </a: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extensiones mysqltest</a:t>
            </a:r>
          </a:p>
        </p:txBody>
      </p:sp>
    </p:spTree>
    <p:extLst>
      <p:ext uri="{BB962C8B-B14F-4D97-AF65-F5344CB8AC3E}">
        <p14:creationId xmlns:p14="http://schemas.microsoft.com/office/powerpoint/2010/main" val="1165217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pic>
        <p:nvPicPr>
          <p:cNvPr id="215" name="Shape 215"/>
          <p:cNvPicPr preferRelativeResize="0"/>
          <p:nvPr/>
        </p:nvPicPr>
        <p:blipFill rotWithShape="1">
          <a:blip r:embed="rId3">
            <a:alphaModFix/>
          </a:blip>
          <a:srcRect/>
          <a:stretch/>
        </p:blipFill>
        <p:spPr>
          <a:xfrm>
            <a:off x="1101720" y="1958192"/>
            <a:ext cx="241299" cy="38099"/>
          </a:xfrm>
          <a:prstGeom prst="rect">
            <a:avLst/>
          </a:prstGeom>
          <a:noFill/>
          <a:ln>
            <a:noFill/>
          </a:ln>
        </p:spPr>
      </p:pic>
      <p:sp>
        <p:nvSpPr>
          <p:cNvPr id="216" name="Shape 216"/>
          <p:cNvSpPr txBox="1"/>
          <p:nvPr/>
        </p:nvSpPr>
        <p:spPr>
          <a:xfrm>
            <a:off x="954675" y="144886"/>
            <a:ext cx="2591261" cy="707886"/>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endParaRPr lang="es-ES" sz="2000" b="1" dirty="0">
              <a:solidFill>
                <a:srgbClr val="E8E6E8"/>
              </a:solidFill>
              <a:latin typeface="Calibri"/>
              <a:ea typeface="Calibri"/>
              <a:cs typeface="Calibri"/>
              <a:sym typeface="Calibri"/>
            </a:endParaRPr>
          </a:p>
          <a:p>
            <a:pPr marL="0" marR="0" lvl="0" indent="0" algn="l" rtl="0">
              <a:spcBef>
                <a:spcPts val="0"/>
              </a:spcBef>
              <a:buSzPct val="25000"/>
              <a:buNone/>
            </a:pPr>
            <a:r>
              <a:rPr lang="es-ES" sz="2000" b="1" dirty="0">
                <a:solidFill>
                  <a:srgbClr val="E8E6E8"/>
                </a:solidFill>
                <a:latin typeface="Calibri"/>
                <a:ea typeface="Calibri"/>
                <a:cs typeface="Calibri"/>
                <a:sym typeface="Calibri"/>
              </a:rPr>
              <a:t>CARACTERÍSTICAS</a:t>
            </a:r>
          </a:p>
        </p:txBody>
      </p:sp>
      <p:sp>
        <p:nvSpPr>
          <p:cNvPr id="217" name="Shape 217"/>
          <p:cNvSpPr txBox="1"/>
          <p:nvPr/>
        </p:nvSpPr>
        <p:spPr>
          <a:xfrm>
            <a:off x="954675" y="1227521"/>
            <a:ext cx="4970637" cy="445831"/>
          </a:xfrm>
          <a:prstGeom prst="rect">
            <a:avLst/>
          </a:prstGeom>
          <a:noFill/>
          <a:ln>
            <a:noFill/>
          </a:ln>
        </p:spPr>
        <p:txBody>
          <a:bodyPr wrap="square" lIns="91425" tIns="45700" rIns="91425" bIns="45700" anchor="t" anchorCtr="0">
            <a:noAutofit/>
          </a:bodyPr>
          <a:lstStyle/>
          <a:p>
            <a:pPr lvl="0">
              <a:buSzPct val="25000"/>
            </a:pPr>
            <a:r>
              <a:rPr lang="es-ES" sz="2000" b="1">
                <a:solidFill>
                  <a:srgbClr val="5E5C5D"/>
                </a:solidFill>
                <a:latin typeface="Calibri"/>
                <a:ea typeface="Calibri"/>
                <a:cs typeface="Calibri"/>
                <a:sym typeface="Calibri"/>
              </a:rPr>
              <a:t>Mejores pruebas</a:t>
            </a:r>
            <a:endParaRPr lang="es-ES" sz="2000" b="1" dirty="0">
              <a:solidFill>
                <a:srgbClr val="5E5C5D"/>
              </a:solidFill>
              <a:latin typeface="Calibri"/>
              <a:ea typeface="Calibri"/>
              <a:cs typeface="Calibri"/>
              <a:sym typeface="Calibri"/>
            </a:endParaRPr>
          </a:p>
        </p:txBody>
      </p:sp>
      <p:sp>
        <p:nvSpPr>
          <p:cNvPr id="10" name="CuadroTexto 9">
            <a:extLst>
              <a:ext uri="{FF2B5EF4-FFF2-40B4-BE49-F238E27FC236}">
                <a16:creationId xmlns:a16="http://schemas.microsoft.com/office/drawing/2014/main" xmlns="" id="{AB19C744-6A95-4F4B-AD3A-A2EFFD59A76B}"/>
              </a:ext>
            </a:extLst>
          </p:cNvPr>
          <p:cNvSpPr txBox="1"/>
          <p:nvPr/>
        </p:nvSpPr>
        <p:spPr>
          <a:xfrm>
            <a:off x="876854" y="1673352"/>
            <a:ext cx="7390292" cy="2677656"/>
          </a:xfrm>
          <a:prstGeom prst="rect">
            <a:avLst/>
          </a:prstGeom>
          <a:noFill/>
        </p:spPr>
        <p:txBody>
          <a:bodyPr wrap="square" rtlCol="0">
            <a:spAutoFit/>
          </a:bodyPr>
          <a:lstStyle/>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Eliminación de Tablas (Nueva optimizacion)</a:t>
            </a: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Mas pruebas en la suite de pruebas</a:t>
            </a: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Todas las pruebas corren ahora limpiamente sin tener que reiniciar la prueba. (Oracle reinicia los test 3 veces y asume que todo esta bien si tan solo uno de ellos funciona)</a:t>
            </a: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Las pruebas se construyen con diferentes opciones de configuración para obtener mejores características durante las pruebas.</a:t>
            </a:r>
          </a:p>
          <a:p>
            <a:pPr marL="285750" indent="-285750">
              <a:buFont typeface="Arial" panose="020B0604020202020204" pitchFamily="34" charset="0"/>
              <a:buChar char="•"/>
            </a:pPr>
            <a:endParaRPr lang="es-CO"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CO" dirty="0">
                <a:solidFill>
                  <a:schemeClr val="tx1">
                    <a:lumMod val="75000"/>
                    <a:lumOff val="25000"/>
                  </a:schemeClr>
                </a:solidFill>
                <a:latin typeface="Calibri" panose="020F0502020204030204" pitchFamily="34" charset="0"/>
                <a:cs typeface="Calibri" panose="020F0502020204030204" pitchFamily="34" charset="0"/>
              </a:rPr>
              <a:t>Se removieron las pruebas no validas (</a:t>
            </a:r>
            <a:r>
              <a:rPr lang="es-CO" dirty="0" err="1">
                <a:solidFill>
                  <a:schemeClr val="tx1">
                    <a:lumMod val="75000"/>
                    <a:lumOff val="25000"/>
                  </a:schemeClr>
                </a:solidFill>
                <a:latin typeface="Calibri" panose="020F0502020204030204" pitchFamily="34" charset="0"/>
                <a:cs typeface="Calibri" panose="020F0502020204030204" pitchFamily="34" charset="0"/>
              </a:rPr>
              <a:t>p.e</a:t>
            </a:r>
            <a:r>
              <a:rPr lang="es-CO" dirty="0">
                <a:solidFill>
                  <a:schemeClr val="tx1">
                    <a:lumMod val="75000"/>
                    <a:lumOff val="25000"/>
                  </a:schemeClr>
                </a:solidFill>
                <a:latin typeface="Calibri" panose="020F0502020204030204" pitchFamily="34" charset="0"/>
                <a:cs typeface="Calibri" panose="020F0502020204030204" pitchFamily="34" charset="0"/>
              </a:rPr>
              <a:t>. No se requiere probar la característica "X" si dicha característica no esta presente en la distribución que estas probando.)</a:t>
            </a:r>
          </a:p>
        </p:txBody>
      </p:sp>
    </p:spTree>
    <p:extLst>
      <p:ext uri="{BB962C8B-B14F-4D97-AF65-F5344CB8AC3E}">
        <p14:creationId xmlns:p14="http://schemas.microsoft.com/office/powerpoint/2010/main" val="1931569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Shape 225"/>
          <p:cNvSpPr txBox="1"/>
          <p:nvPr/>
        </p:nvSpPr>
        <p:spPr>
          <a:xfrm>
            <a:off x="1714505" y="1613531"/>
            <a:ext cx="5591670" cy="1107995"/>
          </a:xfrm>
          <a:prstGeom prst="rect">
            <a:avLst/>
          </a:prstGeom>
          <a:noFill/>
          <a:ln>
            <a:noFill/>
          </a:ln>
        </p:spPr>
        <p:txBody>
          <a:bodyPr wrap="square" lIns="91425" tIns="45700" rIns="91425" bIns="45700" anchor="t" anchorCtr="0">
            <a:noAutofit/>
          </a:bodyPr>
          <a:lstStyle/>
          <a:p>
            <a:pPr marL="0" marR="0" lvl="0" indent="0" algn="ctr" rtl="0">
              <a:spcBef>
                <a:spcPts val="0"/>
              </a:spcBef>
              <a:buSzPct val="25000"/>
              <a:buNone/>
            </a:pPr>
            <a:r>
              <a:rPr lang="es-ES" sz="4000" b="1" dirty="0" smtClean="0">
                <a:solidFill>
                  <a:schemeClr val="lt1"/>
                </a:solidFill>
                <a:latin typeface="Calibri"/>
                <a:ea typeface="Calibri"/>
                <a:cs typeface="Calibri"/>
                <a:sym typeface="Calibri"/>
              </a:rPr>
              <a:t>DESCARGA</a:t>
            </a:r>
          </a:p>
          <a:p>
            <a:pPr marL="0" marR="0" lvl="0" indent="0" algn="ctr" rtl="0">
              <a:spcBef>
                <a:spcPts val="0"/>
              </a:spcBef>
              <a:buSzPct val="25000"/>
              <a:buNone/>
            </a:pPr>
            <a:r>
              <a:rPr lang="es-ES" sz="4000" b="1" dirty="0" smtClean="0">
                <a:solidFill>
                  <a:schemeClr val="lt1"/>
                </a:solidFill>
                <a:latin typeface="Calibri"/>
                <a:ea typeface="Calibri"/>
                <a:cs typeface="Calibri"/>
                <a:sym typeface="Calibri"/>
              </a:rPr>
              <a:t> E</a:t>
            </a:r>
          </a:p>
          <a:p>
            <a:pPr marL="0" marR="0" lvl="0" indent="0" algn="ctr" rtl="0">
              <a:spcBef>
                <a:spcPts val="0"/>
              </a:spcBef>
              <a:buSzPct val="25000"/>
              <a:buNone/>
            </a:pPr>
            <a:r>
              <a:rPr lang="es-ES" sz="4000" b="1" dirty="0" smtClean="0">
                <a:solidFill>
                  <a:schemeClr val="lt1"/>
                </a:solidFill>
                <a:latin typeface="Calibri"/>
                <a:ea typeface="Calibri"/>
                <a:cs typeface="Calibri"/>
                <a:sym typeface="Calibri"/>
              </a:rPr>
              <a:t>INSTALACIÓN</a:t>
            </a:r>
            <a:endParaRPr lang="es-ES" sz="4000" b="1" dirty="0">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pic>
        <p:nvPicPr>
          <p:cNvPr id="240" name="Shape 240"/>
          <p:cNvPicPr preferRelativeResize="0"/>
          <p:nvPr/>
        </p:nvPicPr>
        <p:blipFill rotWithShape="1">
          <a:blip r:embed="rId3">
            <a:alphaModFix/>
          </a:blip>
          <a:srcRect/>
          <a:stretch/>
        </p:blipFill>
        <p:spPr>
          <a:xfrm>
            <a:off x="1101720" y="1958192"/>
            <a:ext cx="241299" cy="38099"/>
          </a:xfrm>
          <a:prstGeom prst="rect">
            <a:avLst/>
          </a:prstGeom>
          <a:noFill/>
          <a:ln>
            <a:noFill/>
          </a:ln>
        </p:spPr>
      </p:pic>
      <p:sp>
        <p:nvSpPr>
          <p:cNvPr id="241" name="Shape 241"/>
          <p:cNvSpPr txBox="1"/>
          <p:nvPr/>
        </p:nvSpPr>
        <p:spPr>
          <a:xfrm>
            <a:off x="954675" y="144886"/>
            <a:ext cx="2591261" cy="707886"/>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endParaRPr lang="es-ES" sz="2000" b="1" dirty="0">
              <a:solidFill>
                <a:srgbClr val="E8E6E8"/>
              </a:solidFill>
              <a:latin typeface="Calibri"/>
              <a:ea typeface="Calibri"/>
              <a:cs typeface="Calibri"/>
              <a:sym typeface="Calibri"/>
            </a:endParaRPr>
          </a:p>
          <a:p>
            <a:pPr marL="0" marR="0" lvl="0" indent="0" algn="l" rtl="0">
              <a:spcBef>
                <a:spcPts val="0"/>
              </a:spcBef>
              <a:buSzPct val="25000"/>
              <a:buNone/>
            </a:pPr>
            <a:r>
              <a:rPr lang="es-ES" sz="2000" b="1" dirty="0">
                <a:solidFill>
                  <a:srgbClr val="E8E6E8"/>
                </a:solidFill>
                <a:latin typeface="Calibri"/>
                <a:ea typeface="Calibri"/>
                <a:cs typeface="Calibri"/>
                <a:sym typeface="Calibri"/>
              </a:rPr>
              <a:t>DESCARGA</a:t>
            </a:r>
          </a:p>
        </p:txBody>
      </p:sp>
      <p:sp>
        <p:nvSpPr>
          <p:cNvPr id="242" name="Shape 242"/>
          <p:cNvSpPr txBox="1"/>
          <p:nvPr/>
        </p:nvSpPr>
        <p:spPr>
          <a:xfrm>
            <a:off x="954675" y="1227521"/>
            <a:ext cx="2591261" cy="400109"/>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r>
              <a:rPr lang="es-ES" sz="2000" b="1" dirty="0">
                <a:solidFill>
                  <a:srgbClr val="5E5C5D"/>
                </a:solidFill>
                <a:latin typeface="Calibri"/>
                <a:ea typeface="Calibri"/>
                <a:cs typeface="Calibri"/>
                <a:sym typeface="Calibri"/>
              </a:rPr>
              <a:t>LINK DE DESCARGA</a:t>
            </a:r>
          </a:p>
        </p:txBody>
      </p:sp>
      <p:sp>
        <p:nvSpPr>
          <p:cNvPr id="243" name="Shape 243"/>
          <p:cNvSpPr txBox="1"/>
          <p:nvPr/>
        </p:nvSpPr>
        <p:spPr>
          <a:xfrm>
            <a:off x="990198" y="1590619"/>
            <a:ext cx="4744777" cy="338554"/>
          </a:xfrm>
          <a:prstGeom prst="rect">
            <a:avLst/>
          </a:prstGeom>
          <a:noFill/>
          <a:ln>
            <a:noFill/>
          </a:ln>
        </p:spPr>
        <p:txBody>
          <a:bodyPr wrap="square" lIns="91425" tIns="45700" rIns="91425" bIns="45700" anchor="t" anchorCtr="0">
            <a:noAutofit/>
          </a:bodyPr>
          <a:lstStyle/>
          <a:p>
            <a:pPr lvl="0">
              <a:buSzPct val="25000"/>
            </a:pPr>
            <a:r>
              <a:rPr lang="es-ES" sz="1600" b="1">
                <a:solidFill>
                  <a:srgbClr val="1D9A88"/>
                </a:solidFill>
                <a:latin typeface="Calibri"/>
                <a:ea typeface="Calibri"/>
                <a:cs typeface="Calibri"/>
                <a:sym typeface="Calibri"/>
              </a:rPr>
              <a:t>https://downloads.mariadb.org/mariadb/10.3.9/</a:t>
            </a:r>
            <a:endParaRPr lang="es-ES" sz="1600" b="1" dirty="0">
              <a:solidFill>
                <a:srgbClr val="1D9A88"/>
              </a:solidFill>
              <a:latin typeface="Calibri"/>
              <a:ea typeface="Calibri"/>
              <a:cs typeface="Calibri"/>
              <a:sym typeface="Calibri"/>
            </a:endParaRPr>
          </a:p>
        </p:txBody>
      </p:sp>
      <p:sp>
        <p:nvSpPr>
          <p:cNvPr id="245" name="Shape 245"/>
          <p:cNvSpPr txBox="1"/>
          <p:nvPr/>
        </p:nvSpPr>
        <p:spPr>
          <a:xfrm>
            <a:off x="1270439" y="3103695"/>
            <a:ext cx="5936905" cy="1381231"/>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r>
              <a:rPr lang="es-ES" sz="1400" dirty="0" smtClean="0">
                <a:solidFill>
                  <a:srgbClr val="5E5C5D"/>
                </a:solidFill>
                <a:latin typeface="Calibri"/>
                <a:ea typeface="Calibri"/>
                <a:cs typeface="Calibri"/>
                <a:sym typeface="Calibri"/>
                <a:hlinkClick r:id="rId4"/>
              </a:rPr>
              <a:t>Paso a paso de instalación</a:t>
            </a:r>
            <a:endParaRPr lang="es-ES" sz="1400" dirty="0">
              <a:solidFill>
                <a:srgbClr val="5E5C5D"/>
              </a:solidFill>
              <a:latin typeface="Calibri"/>
              <a:ea typeface="Calibri"/>
              <a:cs typeface="Calibri"/>
              <a:sym typeface="Calibri"/>
            </a:endParaRPr>
          </a:p>
        </p:txBody>
      </p:sp>
      <p:pic>
        <p:nvPicPr>
          <p:cNvPr id="2" name="Imagen 1"/>
          <p:cNvPicPr>
            <a:picLocks noChangeAspect="1"/>
          </p:cNvPicPr>
          <p:nvPr/>
        </p:nvPicPr>
        <p:blipFill>
          <a:blip r:embed="rId5"/>
          <a:stretch>
            <a:fillRect/>
          </a:stretch>
        </p:blipFill>
        <p:spPr>
          <a:xfrm>
            <a:off x="3362586" y="2056182"/>
            <a:ext cx="3786157" cy="2877206"/>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Shape 225"/>
          <p:cNvSpPr txBox="1"/>
          <p:nvPr/>
        </p:nvSpPr>
        <p:spPr>
          <a:xfrm>
            <a:off x="1747397" y="1968765"/>
            <a:ext cx="5591670" cy="1107995"/>
          </a:xfrm>
          <a:prstGeom prst="rect">
            <a:avLst/>
          </a:prstGeom>
          <a:noFill/>
          <a:ln>
            <a:noFill/>
          </a:ln>
        </p:spPr>
        <p:txBody>
          <a:bodyPr wrap="square" lIns="91425" tIns="45700" rIns="91425" bIns="45700" anchor="t" anchorCtr="0">
            <a:noAutofit/>
          </a:bodyPr>
          <a:lstStyle/>
          <a:p>
            <a:pPr marL="0" marR="0" lvl="0" indent="0" algn="ctr" rtl="0">
              <a:spcBef>
                <a:spcPts val="0"/>
              </a:spcBef>
              <a:buSzPct val="25000"/>
              <a:buNone/>
            </a:pPr>
            <a:r>
              <a:rPr lang="es-ES" sz="6600" b="1" dirty="0" smtClean="0">
                <a:solidFill>
                  <a:schemeClr val="lt1"/>
                </a:solidFill>
                <a:latin typeface="Calibri"/>
                <a:ea typeface="Calibri"/>
                <a:cs typeface="Calibri"/>
                <a:sym typeface="Calibri"/>
              </a:rPr>
              <a:t>COMANDOS</a:t>
            </a:r>
            <a:endParaRPr lang="es-ES" sz="6600" b="1" dirty="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9474310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pic>
        <p:nvPicPr>
          <p:cNvPr id="240" name="Shape 240"/>
          <p:cNvPicPr preferRelativeResize="0"/>
          <p:nvPr/>
        </p:nvPicPr>
        <p:blipFill rotWithShape="1">
          <a:blip r:embed="rId3">
            <a:alphaModFix/>
          </a:blip>
          <a:srcRect/>
          <a:stretch/>
        </p:blipFill>
        <p:spPr>
          <a:xfrm>
            <a:off x="1101720" y="1958192"/>
            <a:ext cx="241299" cy="38099"/>
          </a:xfrm>
          <a:prstGeom prst="rect">
            <a:avLst/>
          </a:prstGeom>
          <a:noFill/>
          <a:ln>
            <a:noFill/>
          </a:ln>
        </p:spPr>
      </p:pic>
      <p:sp>
        <p:nvSpPr>
          <p:cNvPr id="241" name="Shape 241"/>
          <p:cNvSpPr txBox="1"/>
          <p:nvPr/>
        </p:nvSpPr>
        <p:spPr>
          <a:xfrm>
            <a:off x="954675" y="144886"/>
            <a:ext cx="2591261" cy="707886"/>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endParaRPr lang="es-ES" sz="2000" b="1" dirty="0">
              <a:solidFill>
                <a:srgbClr val="E8E6E8"/>
              </a:solidFill>
              <a:latin typeface="Calibri"/>
              <a:ea typeface="Calibri"/>
              <a:cs typeface="Calibri"/>
              <a:sym typeface="Calibri"/>
            </a:endParaRPr>
          </a:p>
          <a:p>
            <a:pPr marL="0" marR="0" lvl="0" indent="0" algn="l" rtl="0">
              <a:spcBef>
                <a:spcPts val="0"/>
              </a:spcBef>
              <a:buSzPct val="25000"/>
              <a:buNone/>
            </a:pPr>
            <a:r>
              <a:rPr lang="es-ES" sz="2000" b="1" dirty="0" smtClean="0">
                <a:solidFill>
                  <a:srgbClr val="E8E6E8"/>
                </a:solidFill>
                <a:latin typeface="Calibri"/>
                <a:ea typeface="Calibri"/>
                <a:cs typeface="Calibri"/>
                <a:sym typeface="Calibri"/>
              </a:rPr>
              <a:t>Comandos</a:t>
            </a:r>
            <a:endParaRPr lang="es-ES" sz="2000" b="1" dirty="0">
              <a:solidFill>
                <a:srgbClr val="E8E6E8"/>
              </a:solidFill>
              <a:latin typeface="Calibri"/>
              <a:ea typeface="Calibri"/>
              <a:cs typeface="Calibri"/>
              <a:sym typeface="Calibri"/>
            </a:endParaRPr>
          </a:p>
        </p:txBody>
      </p:sp>
      <p:sp>
        <p:nvSpPr>
          <p:cNvPr id="242" name="Shape 242"/>
          <p:cNvSpPr txBox="1"/>
          <p:nvPr/>
        </p:nvSpPr>
        <p:spPr>
          <a:xfrm>
            <a:off x="954675" y="1227521"/>
            <a:ext cx="2591261" cy="400109"/>
          </a:xfrm>
          <a:prstGeom prst="rect">
            <a:avLst/>
          </a:prstGeom>
          <a:noFill/>
          <a:ln>
            <a:noFill/>
          </a:ln>
        </p:spPr>
        <p:txBody>
          <a:bodyPr wrap="square" lIns="91425" tIns="45700" rIns="91425" bIns="45700" anchor="t" anchorCtr="0">
            <a:noAutofit/>
          </a:bodyPr>
          <a:lstStyle/>
          <a:p>
            <a:pPr lvl="0">
              <a:buSzPct val="25000"/>
            </a:pPr>
            <a:r>
              <a:rPr lang="es-ES" sz="2000" b="1" dirty="0">
                <a:solidFill>
                  <a:srgbClr val="5E5C5D"/>
                </a:solidFill>
                <a:latin typeface="Calibri"/>
                <a:ea typeface="Calibri"/>
                <a:cs typeface="Calibri"/>
                <a:sym typeface="Calibri"/>
              </a:rPr>
              <a:t>Comandos SQL Básicos</a:t>
            </a:r>
            <a:endParaRPr lang="es-ES" sz="2000" b="1" dirty="0">
              <a:solidFill>
                <a:srgbClr val="5E5C5D"/>
              </a:solidFill>
              <a:latin typeface="Calibri"/>
              <a:ea typeface="Calibri"/>
              <a:cs typeface="Calibri"/>
              <a:sym typeface="Calibri"/>
            </a:endParaRPr>
          </a:p>
        </p:txBody>
      </p:sp>
      <p:sp>
        <p:nvSpPr>
          <p:cNvPr id="243" name="Shape 243"/>
          <p:cNvSpPr txBox="1"/>
          <p:nvPr/>
        </p:nvSpPr>
        <p:spPr>
          <a:xfrm>
            <a:off x="990198" y="1590619"/>
            <a:ext cx="4744777" cy="338554"/>
          </a:xfrm>
          <a:prstGeom prst="rect">
            <a:avLst/>
          </a:prstGeom>
          <a:noFill/>
          <a:ln>
            <a:noFill/>
          </a:ln>
        </p:spPr>
        <p:txBody>
          <a:bodyPr wrap="square" lIns="91425" tIns="45700" rIns="91425" bIns="45700" anchor="t" anchorCtr="0">
            <a:noAutofit/>
          </a:bodyPr>
          <a:lstStyle/>
          <a:p>
            <a:pPr lvl="0">
              <a:buSzPct val="25000"/>
            </a:pPr>
            <a:r>
              <a:rPr lang="es-419" sz="1600" b="1" dirty="0">
                <a:solidFill>
                  <a:srgbClr val="1D9A88"/>
                </a:solidFill>
                <a:latin typeface="Calibri"/>
                <a:ea typeface="Calibri"/>
                <a:cs typeface="Calibri"/>
                <a:sym typeface="Calibri"/>
              </a:rPr>
              <a:t>Definiendo cómo es almacenada la información</a:t>
            </a:r>
            <a:endParaRPr lang="es-ES" sz="1600" b="1" dirty="0">
              <a:solidFill>
                <a:srgbClr val="1D9A88"/>
              </a:solidFill>
              <a:latin typeface="Calibri"/>
              <a:ea typeface="Calibri"/>
              <a:cs typeface="Calibri"/>
              <a:sym typeface="Calibri"/>
            </a:endParaRPr>
          </a:p>
        </p:txBody>
      </p:sp>
      <p:sp>
        <p:nvSpPr>
          <p:cNvPr id="7" name="CuadroTexto 6">
            <a:extLst>
              <a:ext uri="{FF2B5EF4-FFF2-40B4-BE49-F238E27FC236}">
                <a16:creationId xmlns:a16="http://schemas.microsoft.com/office/drawing/2014/main" xmlns="" id="{AB19C744-6A95-4F4B-AD3A-A2EFFD59A76B}"/>
              </a:ext>
            </a:extLst>
          </p:cNvPr>
          <p:cNvSpPr txBox="1"/>
          <p:nvPr/>
        </p:nvSpPr>
        <p:spPr>
          <a:xfrm>
            <a:off x="778176" y="2087793"/>
            <a:ext cx="7425109" cy="2246769"/>
          </a:xfrm>
          <a:prstGeom prst="rect">
            <a:avLst/>
          </a:prstGeom>
          <a:noFill/>
        </p:spPr>
        <p:txBody>
          <a:bodyPr wrap="square" rtlCol="0">
            <a:spAutoFit/>
          </a:bodyPr>
          <a:lstStyle/>
          <a:p>
            <a:pPr marL="285750" indent="-285750">
              <a:buFont typeface="Arial" panose="020B0604020202020204" pitchFamily="34" charset="0"/>
              <a:buChar char="•"/>
            </a:pPr>
            <a:r>
              <a:rPr lang="es-419" dirty="0">
                <a:solidFill>
                  <a:schemeClr val="tx1">
                    <a:lumMod val="75000"/>
                    <a:lumOff val="25000"/>
                  </a:schemeClr>
                </a:solidFill>
                <a:latin typeface="Calibri" panose="020F0502020204030204" pitchFamily="34" charset="0"/>
                <a:cs typeface="Calibri" panose="020F0502020204030204" pitchFamily="34" charset="0"/>
              </a:rPr>
              <a:t>CREATE DATABASE se utiliza para crear una nueva base de datos vacía</a:t>
            </a:r>
            <a:r>
              <a:rPr lang="es-419" dirty="0" smtClean="0">
                <a:solidFill>
                  <a:schemeClr val="tx1">
                    <a:lumMod val="75000"/>
                    <a:lumOff val="25000"/>
                  </a:schemeClr>
                </a:solidFill>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s-419"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419" dirty="0">
                <a:solidFill>
                  <a:schemeClr val="tx1">
                    <a:lumMod val="75000"/>
                    <a:lumOff val="25000"/>
                  </a:schemeClr>
                </a:solidFill>
                <a:latin typeface="Calibri" panose="020F0502020204030204" pitchFamily="34" charset="0"/>
                <a:cs typeface="Calibri" panose="020F0502020204030204" pitchFamily="34" charset="0"/>
              </a:rPr>
              <a:t>DROP DATABASE se utiliza para eliminar completamente una base de datos existente</a:t>
            </a:r>
            <a:r>
              <a:rPr lang="es-419" dirty="0" smtClean="0">
                <a:solidFill>
                  <a:schemeClr val="tx1">
                    <a:lumMod val="75000"/>
                    <a:lumOff val="25000"/>
                  </a:schemeClr>
                </a:solidFill>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s-419"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419" dirty="0">
                <a:solidFill>
                  <a:schemeClr val="tx1">
                    <a:lumMod val="75000"/>
                    <a:lumOff val="25000"/>
                  </a:schemeClr>
                </a:solidFill>
                <a:latin typeface="Calibri" panose="020F0502020204030204" pitchFamily="34" charset="0"/>
                <a:cs typeface="Calibri" panose="020F0502020204030204" pitchFamily="34" charset="0"/>
              </a:rPr>
              <a:t>CREATE TABLE se utiliza para crear una nueva tabla, donde la información se almacena realmente</a:t>
            </a:r>
            <a:r>
              <a:rPr lang="es-419" dirty="0" smtClean="0">
                <a:solidFill>
                  <a:schemeClr val="tx1">
                    <a:lumMod val="75000"/>
                    <a:lumOff val="25000"/>
                  </a:schemeClr>
                </a:solidFill>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s-419"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419" dirty="0">
                <a:solidFill>
                  <a:schemeClr val="tx1">
                    <a:lumMod val="75000"/>
                    <a:lumOff val="25000"/>
                  </a:schemeClr>
                </a:solidFill>
                <a:latin typeface="Calibri" panose="020F0502020204030204" pitchFamily="34" charset="0"/>
                <a:cs typeface="Calibri" panose="020F0502020204030204" pitchFamily="34" charset="0"/>
              </a:rPr>
              <a:t>ALTER TABLE se utiliza para modificar una tabla ya existente</a:t>
            </a:r>
            <a:r>
              <a:rPr lang="es-419" dirty="0" smtClean="0">
                <a:solidFill>
                  <a:schemeClr val="tx1">
                    <a:lumMod val="75000"/>
                    <a:lumOff val="25000"/>
                  </a:schemeClr>
                </a:solidFill>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s-419"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419" dirty="0">
                <a:solidFill>
                  <a:schemeClr val="tx1">
                    <a:lumMod val="75000"/>
                    <a:lumOff val="25000"/>
                  </a:schemeClr>
                </a:solidFill>
                <a:latin typeface="Calibri" panose="020F0502020204030204" pitchFamily="34" charset="0"/>
                <a:cs typeface="Calibri" panose="020F0502020204030204" pitchFamily="34" charset="0"/>
              </a:rPr>
              <a:t>DROP TABLE se utiliza para eliminar por completo una tabla existente.</a:t>
            </a:r>
            <a:endParaRPr lang="es-CO" dirty="0">
              <a:solidFill>
                <a:schemeClr val="tx1">
                  <a:lumMod val="75000"/>
                  <a:lumOff val="2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52870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pic>
        <p:nvPicPr>
          <p:cNvPr id="240" name="Shape 240"/>
          <p:cNvPicPr preferRelativeResize="0"/>
          <p:nvPr/>
        </p:nvPicPr>
        <p:blipFill rotWithShape="1">
          <a:blip r:embed="rId3">
            <a:alphaModFix/>
          </a:blip>
          <a:srcRect/>
          <a:stretch/>
        </p:blipFill>
        <p:spPr>
          <a:xfrm>
            <a:off x="1101720" y="1958192"/>
            <a:ext cx="241299" cy="38099"/>
          </a:xfrm>
          <a:prstGeom prst="rect">
            <a:avLst/>
          </a:prstGeom>
          <a:noFill/>
          <a:ln>
            <a:noFill/>
          </a:ln>
        </p:spPr>
      </p:pic>
      <p:sp>
        <p:nvSpPr>
          <p:cNvPr id="241" name="Shape 241"/>
          <p:cNvSpPr txBox="1"/>
          <p:nvPr/>
        </p:nvSpPr>
        <p:spPr>
          <a:xfrm>
            <a:off x="954675" y="144886"/>
            <a:ext cx="2591261" cy="707886"/>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endParaRPr lang="es-ES" sz="2000" b="1" dirty="0">
              <a:solidFill>
                <a:srgbClr val="E8E6E8"/>
              </a:solidFill>
              <a:latin typeface="Calibri"/>
              <a:ea typeface="Calibri"/>
              <a:cs typeface="Calibri"/>
              <a:sym typeface="Calibri"/>
            </a:endParaRPr>
          </a:p>
          <a:p>
            <a:pPr marL="0" marR="0" lvl="0" indent="0" algn="l" rtl="0">
              <a:spcBef>
                <a:spcPts val="0"/>
              </a:spcBef>
              <a:buSzPct val="25000"/>
              <a:buNone/>
            </a:pPr>
            <a:r>
              <a:rPr lang="es-ES" sz="2000" b="1" dirty="0" smtClean="0">
                <a:solidFill>
                  <a:srgbClr val="E8E6E8"/>
                </a:solidFill>
                <a:latin typeface="Calibri"/>
                <a:ea typeface="Calibri"/>
                <a:cs typeface="Calibri"/>
                <a:sym typeface="Calibri"/>
              </a:rPr>
              <a:t>Comandos</a:t>
            </a:r>
            <a:endParaRPr lang="es-ES" sz="2000" b="1" dirty="0">
              <a:solidFill>
                <a:srgbClr val="E8E6E8"/>
              </a:solidFill>
              <a:latin typeface="Calibri"/>
              <a:ea typeface="Calibri"/>
              <a:cs typeface="Calibri"/>
              <a:sym typeface="Calibri"/>
            </a:endParaRPr>
          </a:p>
        </p:txBody>
      </p:sp>
      <p:sp>
        <p:nvSpPr>
          <p:cNvPr id="242" name="Shape 242"/>
          <p:cNvSpPr txBox="1"/>
          <p:nvPr/>
        </p:nvSpPr>
        <p:spPr>
          <a:xfrm>
            <a:off x="954675" y="1227521"/>
            <a:ext cx="2591261" cy="400109"/>
          </a:xfrm>
          <a:prstGeom prst="rect">
            <a:avLst/>
          </a:prstGeom>
          <a:noFill/>
          <a:ln>
            <a:noFill/>
          </a:ln>
        </p:spPr>
        <p:txBody>
          <a:bodyPr wrap="square" lIns="91425" tIns="45700" rIns="91425" bIns="45700" anchor="t" anchorCtr="0">
            <a:noAutofit/>
          </a:bodyPr>
          <a:lstStyle/>
          <a:p>
            <a:pPr lvl="0">
              <a:buSzPct val="25000"/>
            </a:pPr>
            <a:r>
              <a:rPr lang="es-ES" sz="2000" b="1" dirty="0">
                <a:solidFill>
                  <a:srgbClr val="5E5C5D"/>
                </a:solidFill>
                <a:latin typeface="Calibri"/>
                <a:ea typeface="Calibri"/>
                <a:cs typeface="Calibri"/>
                <a:sym typeface="Calibri"/>
              </a:rPr>
              <a:t>Comandos SQL Básicos</a:t>
            </a:r>
            <a:endParaRPr lang="es-ES" sz="2000" b="1" dirty="0">
              <a:solidFill>
                <a:srgbClr val="5E5C5D"/>
              </a:solidFill>
              <a:latin typeface="Calibri"/>
              <a:ea typeface="Calibri"/>
              <a:cs typeface="Calibri"/>
              <a:sym typeface="Calibri"/>
            </a:endParaRPr>
          </a:p>
        </p:txBody>
      </p:sp>
      <p:sp>
        <p:nvSpPr>
          <p:cNvPr id="243" name="Shape 243"/>
          <p:cNvSpPr txBox="1"/>
          <p:nvPr/>
        </p:nvSpPr>
        <p:spPr>
          <a:xfrm>
            <a:off x="990198" y="1590619"/>
            <a:ext cx="4744777" cy="338554"/>
          </a:xfrm>
          <a:prstGeom prst="rect">
            <a:avLst/>
          </a:prstGeom>
          <a:noFill/>
          <a:ln>
            <a:noFill/>
          </a:ln>
        </p:spPr>
        <p:txBody>
          <a:bodyPr wrap="square" lIns="91425" tIns="45700" rIns="91425" bIns="45700" anchor="t" anchorCtr="0">
            <a:noAutofit/>
          </a:bodyPr>
          <a:lstStyle/>
          <a:p>
            <a:pPr lvl="0">
              <a:buSzPct val="25000"/>
            </a:pPr>
            <a:r>
              <a:rPr lang="es-419" sz="1600" b="1">
                <a:solidFill>
                  <a:srgbClr val="1D9A88"/>
                </a:solidFill>
                <a:latin typeface="Calibri"/>
                <a:ea typeface="Calibri"/>
                <a:cs typeface="Calibri"/>
                <a:sym typeface="Calibri"/>
              </a:rPr>
              <a:t>Manipulando los datos</a:t>
            </a:r>
            <a:endParaRPr lang="es-ES" sz="1600" b="1" dirty="0">
              <a:solidFill>
                <a:srgbClr val="1D9A88"/>
              </a:solidFill>
              <a:latin typeface="Calibri"/>
              <a:ea typeface="Calibri"/>
              <a:cs typeface="Calibri"/>
              <a:sym typeface="Calibri"/>
            </a:endParaRPr>
          </a:p>
        </p:txBody>
      </p:sp>
      <p:sp>
        <p:nvSpPr>
          <p:cNvPr id="7" name="CuadroTexto 6">
            <a:extLst>
              <a:ext uri="{FF2B5EF4-FFF2-40B4-BE49-F238E27FC236}">
                <a16:creationId xmlns:a16="http://schemas.microsoft.com/office/drawing/2014/main" xmlns="" id="{AB19C744-6A95-4F4B-AD3A-A2EFFD59A76B}"/>
              </a:ext>
            </a:extLst>
          </p:cNvPr>
          <p:cNvSpPr txBox="1"/>
          <p:nvPr/>
        </p:nvSpPr>
        <p:spPr>
          <a:xfrm>
            <a:off x="778176" y="2087793"/>
            <a:ext cx="7425109" cy="2677656"/>
          </a:xfrm>
          <a:prstGeom prst="rect">
            <a:avLst/>
          </a:prstGeom>
          <a:noFill/>
        </p:spPr>
        <p:txBody>
          <a:bodyPr wrap="square" rtlCol="0">
            <a:spAutoFit/>
          </a:bodyPr>
          <a:lstStyle/>
          <a:p>
            <a:pPr marL="285750" indent="-285750">
              <a:buFont typeface="Arial" panose="020B0604020202020204" pitchFamily="34" charset="0"/>
              <a:buChar char="•"/>
            </a:pPr>
            <a:r>
              <a:rPr lang="es-419" dirty="0">
                <a:solidFill>
                  <a:schemeClr val="tx1">
                    <a:lumMod val="75000"/>
                    <a:lumOff val="25000"/>
                  </a:schemeClr>
                </a:solidFill>
                <a:latin typeface="Calibri" panose="020F0502020204030204" pitchFamily="34" charset="0"/>
                <a:cs typeface="Calibri" panose="020F0502020204030204" pitchFamily="34" charset="0"/>
              </a:rPr>
              <a:t>SELECT se utiliza cuando quieres leer (o seleccionar) tus datos</a:t>
            </a:r>
            <a:r>
              <a:rPr lang="es-419" dirty="0" smtClean="0">
                <a:solidFill>
                  <a:schemeClr val="tx1">
                    <a:lumMod val="75000"/>
                    <a:lumOff val="25000"/>
                  </a:schemeClr>
                </a:solidFill>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s-419"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419" dirty="0">
                <a:solidFill>
                  <a:schemeClr val="tx1">
                    <a:lumMod val="75000"/>
                    <a:lumOff val="25000"/>
                  </a:schemeClr>
                </a:solidFill>
                <a:latin typeface="Calibri" panose="020F0502020204030204" pitchFamily="34" charset="0"/>
                <a:cs typeface="Calibri" panose="020F0502020204030204" pitchFamily="34" charset="0"/>
              </a:rPr>
              <a:t>INSERT se utiliza cuando quieres añadir (o insertar) nuevos datos</a:t>
            </a:r>
            <a:r>
              <a:rPr lang="es-419" dirty="0" smtClean="0">
                <a:solidFill>
                  <a:schemeClr val="tx1">
                    <a:lumMod val="75000"/>
                    <a:lumOff val="25000"/>
                  </a:schemeClr>
                </a:solidFill>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s-419"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419" dirty="0">
                <a:solidFill>
                  <a:schemeClr val="tx1">
                    <a:lumMod val="75000"/>
                    <a:lumOff val="25000"/>
                  </a:schemeClr>
                </a:solidFill>
                <a:latin typeface="Calibri" panose="020F0502020204030204" pitchFamily="34" charset="0"/>
                <a:cs typeface="Calibri" panose="020F0502020204030204" pitchFamily="34" charset="0"/>
              </a:rPr>
              <a:t>UPDATE se utiliza cuando quieres cambiar (o actualizar) datos existentes</a:t>
            </a:r>
            <a:r>
              <a:rPr lang="es-419" dirty="0" smtClean="0">
                <a:solidFill>
                  <a:schemeClr val="tx1">
                    <a:lumMod val="75000"/>
                    <a:lumOff val="25000"/>
                  </a:schemeClr>
                </a:solidFill>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s-419"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419" dirty="0">
                <a:solidFill>
                  <a:schemeClr val="tx1">
                    <a:lumMod val="75000"/>
                    <a:lumOff val="25000"/>
                  </a:schemeClr>
                </a:solidFill>
                <a:latin typeface="Calibri" panose="020F0502020204030204" pitchFamily="34" charset="0"/>
                <a:cs typeface="Calibri" panose="020F0502020204030204" pitchFamily="34" charset="0"/>
              </a:rPr>
              <a:t>DELETE se utiliza cuando quieres eliminar (o borrar) datos existentes</a:t>
            </a:r>
            <a:r>
              <a:rPr lang="es-419" dirty="0" smtClean="0">
                <a:solidFill>
                  <a:schemeClr val="tx1">
                    <a:lumMod val="75000"/>
                    <a:lumOff val="25000"/>
                  </a:schemeClr>
                </a:solidFill>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s-419"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419" dirty="0">
                <a:solidFill>
                  <a:schemeClr val="tx1">
                    <a:lumMod val="75000"/>
                    <a:lumOff val="25000"/>
                  </a:schemeClr>
                </a:solidFill>
                <a:latin typeface="Calibri" panose="020F0502020204030204" pitchFamily="34" charset="0"/>
                <a:cs typeface="Calibri" panose="020F0502020204030204" pitchFamily="34" charset="0"/>
              </a:rPr>
              <a:t>REPLACE se utiliza cuando quieres añadir o cambiar (o reemplazar) datos nuevos o ya existentes</a:t>
            </a:r>
            <a:r>
              <a:rPr lang="es-419" dirty="0" smtClean="0">
                <a:solidFill>
                  <a:schemeClr val="tx1">
                    <a:lumMod val="75000"/>
                    <a:lumOff val="25000"/>
                  </a:schemeClr>
                </a:solidFill>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s-419" dirty="0">
              <a:solidFill>
                <a:schemeClr val="tx1">
                  <a:lumMod val="75000"/>
                  <a:lumOff val="25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419" dirty="0">
                <a:solidFill>
                  <a:schemeClr val="tx1">
                    <a:lumMod val="75000"/>
                    <a:lumOff val="25000"/>
                  </a:schemeClr>
                </a:solidFill>
                <a:latin typeface="Calibri" panose="020F0502020204030204" pitchFamily="34" charset="0"/>
                <a:cs typeface="Calibri" panose="020F0502020204030204" pitchFamily="34" charset="0"/>
              </a:rPr>
              <a:t>TRUNCATE se utiliza cuando quieres vaciar (o borrar) todos los datos de la plantilla.</a:t>
            </a:r>
            <a:endParaRPr lang="es-CO" dirty="0">
              <a:solidFill>
                <a:schemeClr val="tx1">
                  <a:lumMod val="75000"/>
                  <a:lumOff val="2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8295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pic>
        <p:nvPicPr>
          <p:cNvPr id="240" name="Shape 240"/>
          <p:cNvPicPr preferRelativeResize="0"/>
          <p:nvPr/>
        </p:nvPicPr>
        <p:blipFill rotWithShape="1">
          <a:blip r:embed="rId3">
            <a:alphaModFix/>
          </a:blip>
          <a:srcRect/>
          <a:stretch/>
        </p:blipFill>
        <p:spPr>
          <a:xfrm>
            <a:off x="1101720" y="1958192"/>
            <a:ext cx="241299" cy="38099"/>
          </a:xfrm>
          <a:prstGeom prst="rect">
            <a:avLst/>
          </a:prstGeom>
          <a:noFill/>
          <a:ln>
            <a:noFill/>
          </a:ln>
        </p:spPr>
      </p:pic>
      <p:sp>
        <p:nvSpPr>
          <p:cNvPr id="241" name="Shape 241"/>
          <p:cNvSpPr txBox="1"/>
          <p:nvPr/>
        </p:nvSpPr>
        <p:spPr>
          <a:xfrm>
            <a:off x="954675" y="144886"/>
            <a:ext cx="2591261" cy="707886"/>
          </a:xfrm>
          <a:prstGeom prst="rect">
            <a:avLst/>
          </a:prstGeom>
          <a:noFill/>
          <a:ln>
            <a:noFill/>
          </a:ln>
        </p:spPr>
        <p:txBody>
          <a:bodyPr wrap="square" lIns="91425" tIns="45700" rIns="91425" bIns="45700" anchor="t" anchorCtr="0">
            <a:noAutofit/>
          </a:bodyPr>
          <a:lstStyle/>
          <a:p>
            <a:pPr marL="0" marR="0" lvl="0" indent="0" algn="l" rtl="0">
              <a:spcBef>
                <a:spcPts val="0"/>
              </a:spcBef>
              <a:buSzPct val="25000"/>
              <a:buNone/>
            </a:pPr>
            <a:endParaRPr lang="es-ES" sz="2000" b="1" dirty="0">
              <a:solidFill>
                <a:srgbClr val="E8E6E8"/>
              </a:solidFill>
              <a:latin typeface="Calibri"/>
              <a:ea typeface="Calibri"/>
              <a:cs typeface="Calibri"/>
              <a:sym typeface="Calibri"/>
            </a:endParaRPr>
          </a:p>
          <a:p>
            <a:pPr marL="0" marR="0" lvl="0" indent="0" algn="l" rtl="0">
              <a:spcBef>
                <a:spcPts val="0"/>
              </a:spcBef>
              <a:buSzPct val="25000"/>
              <a:buNone/>
            </a:pPr>
            <a:r>
              <a:rPr lang="es-ES" sz="2000" b="1" dirty="0" smtClean="0">
                <a:solidFill>
                  <a:srgbClr val="E8E6E8"/>
                </a:solidFill>
                <a:latin typeface="Calibri"/>
                <a:ea typeface="Calibri"/>
                <a:cs typeface="Calibri"/>
                <a:sym typeface="Calibri"/>
              </a:rPr>
              <a:t>Comandos</a:t>
            </a:r>
            <a:endParaRPr lang="es-ES" sz="2000" b="1" dirty="0">
              <a:solidFill>
                <a:srgbClr val="E8E6E8"/>
              </a:solidFill>
              <a:latin typeface="Calibri"/>
              <a:ea typeface="Calibri"/>
              <a:cs typeface="Calibri"/>
              <a:sym typeface="Calibri"/>
            </a:endParaRPr>
          </a:p>
        </p:txBody>
      </p:sp>
      <p:sp>
        <p:nvSpPr>
          <p:cNvPr id="242" name="Shape 242"/>
          <p:cNvSpPr txBox="1"/>
          <p:nvPr/>
        </p:nvSpPr>
        <p:spPr>
          <a:xfrm>
            <a:off x="954675" y="1227521"/>
            <a:ext cx="2591261" cy="400109"/>
          </a:xfrm>
          <a:prstGeom prst="rect">
            <a:avLst/>
          </a:prstGeom>
          <a:noFill/>
          <a:ln>
            <a:noFill/>
          </a:ln>
        </p:spPr>
        <p:txBody>
          <a:bodyPr wrap="square" lIns="91425" tIns="45700" rIns="91425" bIns="45700" anchor="t" anchorCtr="0">
            <a:noAutofit/>
          </a:bodyPr>
          <a:lstStyle/>
          <a:p>
            <a:pPr lvl="0">
              <a:buSzPct val="25000"/>
            </a:pPr>
            <a:r>
              <a:rPr lang="es-ES" sz="2000" b="1" dirty="0">
                <a:solidFill>
                  <a:srgbClr val="5E5C5D"/>
                </a:solidFill>
                <a:latin typeface="Calibri"/>
                <a:ea typeface="Calibri"/>
                <a:cs typeface="Calibri"/>
                <a:sym typeface="Calibri"/>
              </a:rPr>
              <a:t>Comandos SQL Básicos</a:t>
            </a:r>
            <a:endParaRPr lang="es-ES" sz="2000" b="1" dirty="0">
              <a:solidFill>
                <a:srgbClr val="5E5C5D"/>
              </a:solidFill>
              <a:latin typeface="Calibri"/>
              <a:ea typeface="Calibri"/>
              <a:cs typeface="Calibri"/>
              <a:sym typeface="Calibri"/>
            </a:endParaRPr>
          </a:p>
        </p:txBody>
      </p:sp>
      <p:sp>
        <p:nvSpPr>
          <p:cNvPr id="243" name="Shape 243"/>
          <p:cNvSpPr txBox="1"/>
          <p:nvPr/>
        </p:nvSpPr>
        <p:spPr>
          <a:xfrm>
            <a:off x="990198" y="1590619"/>
            <a:ext cx="4744777" cy="338554"/>
          </a:xfrm>
          <a:prstGeom prst="rect">
            <a:avLst/>
          </a:prstGeom>
          <a:noFill/>
          <a:ln>
            <a:noFill/>
          </a:ln>
        </p:spPr>
        <p:txBody>
          <a:bodyPr wrap="square" lIns="91425" tIns="45700" rIns="91425" bIns="45700" anchor="t" anchorCtr="0">
            <a:noAutofit/>
          </a:bodyPr>
          <a:lstStyle/>
          <a:p>
            <a:pPr lvl="0">
              <a:buSzPct val="25000"/>
            </a:pPr>
            <a:r>
              <a:rPr lang="es-419" sz="1600" b="1" dirty="0" smtClean="0">
                <a:solidFill>
                  <a:srgbClr val="1D9A88"/>
                </a:solidFill>
                <a:latin typeface="Calibri"/>
                <a:ea typeface="Calibri"/>
                <a:cs typeface="Calibri"/>
                <a:sym typeface="Calibri"/>
              </a:rPr>
              <a:t>Ejemplo:</a:t>
            </a:r>
            <a:endParaRPr lang="es-ES" sz="1600" b="1" dirty="0">
              <a:solidFill>
                <a:srgbClr val="1D9A88"/>
              </a:solidFill>
              <a:latin typeface="Calibri"/>
              <a:ea typeface="Calibri"/>
              <a:cs typeface="Calibri"/>
              <a:sym typeface="Calibri"/>
            </a:endParaRPr>
          </a:p>
        </p:txBody>
      </p:sp>
      <p:pic>
        <p:nvPicPr>
          <p:cNvPr id="2" name="Imagen 1"/>
          <p:cNvPicPr>
            <a:picLocks noChangeAspect="1"/>
          </p:cNvPicPr>
          <p:nvPr/>
        </p:nvPicPr>
        <p:blipFill>
          <a:blip r:embed="rId4"/>
          <a:stretch>
            <a:fillRect/>
          </a:stretch>
        </p:blipFill>
        <p:spPr>
          <a:xfrm>
            <a:off x="859510" y="2087793"/>
            <a:ext cx="7343775" cy="2600325"/>
          </a:xfrm>
          <a:prstGeom prst="rect">
            <a:avLst/>
          </a:prstGeom>
        </p:spPr>
      </p:pic>
    </p:spTree>
    <p:extLst>
      <p:ext uri="{BB962C8B-B14F-4D97-AF65-F5344CB8AC3E}">
        <p14:creationId xmlns:p14="http://schemas.microsoft.com/office/powerpoint/2010/main" val="2649376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Presentación SENA-GC-F-004-V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TotalTime>
  <Words>744</Words>
  <Application>Microsoft Office PowerPoint</Application>
  <PresentationFormat>Presentación en pantalla (16:9)</PresentationFormat>
  <Paragraphs>123</Paragraphs>
  <Slides>17</Slides>
  <Notes>17</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17</vt:i4>
      </vt:variant>
    </vt:vector>
  </HeadingPairs>
  <TitlesOfParts>
    <vt:vector size="20" baseType="lpstr">
      <vt:lpstr>Arial</vt:lpstr>
      <vt:lpstr>Calibri</vt:lpstr>
      <vt:lpstr>Presentación SENA-GC-F-004-V1</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SENA</cp:lastModifiedBy>
  <cp:revision>13</cp:revision>
  <dcterms:modified xsi:type="dcterms:W3CDTF">2018-08-31T23:19:58Z</dcterms:modified>
</cp:coreProperties>
</file>